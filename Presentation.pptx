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5" r:id="rId1"/>
  </p:sldMasterIdLst>
  <p:notesMasterIdLst>
    <p:notesMasterId r:id="rId15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60"/>
  </p:normalViewPr>
  <p:slideViewPr>
    <p:cSldViewPr>
      <p:cViewPr varScale="1">
        <p:scale>
          <a:sx n="78" d="100"/>
          <a:sy n="78" d="100"/>
        </p:scale>
        <p:origin x="1176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D0928-8F8F-48B1-AD13-997AC0601A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8CF2D2-1CA1-43EE-91F7-B0F8EFB4F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524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8CF2D2-1CA1-43EE-91F7-B0F8EFB4FB5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492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8CF2D2-1CA1-43EE-91F7-B0F8EFB4FB5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65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8CF2D2-1CA1-43EE-91F7-B0F8EFB4FB5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94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8CF2D2-1CA1-43EE-91F7-B0F8EFB4FB5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546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8CF2D2-1CA1-43EE-91F7-B0F8EFB4FB5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204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06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612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30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23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22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128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14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56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320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275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929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9955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69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970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553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988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0326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350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tx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710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786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6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cloud.google.com/dialogflow/docs" TargetMode="External"/><Relationship Id="rId13" Type="http://schemas.openxmlformats.org/officeDocument/2006/relationships/hyperlink" Target="https://uidai.gov.in/images/resource/Aadhaar_Authentication_API-2.5_Revision-1_of_January_2022.pdf" TargetMode="External"/><Relationship Id="rId18" Type="http://schemas.openxmlformats.org/officeDocument/2006/relationships/hyperlink" Target="https://www.india.gov.in/my-government/schemes" TargetMode="External"/><Relationship Id="rId3" Type="http://schemas.openxmlformats.org/officeDocument/2006/relationships/hyperlink" Target="https://getbootstrap.com/" TargetMode="External"/><Relationship Id="rId7" Type="http://schemas.openxmlformats.org/officeDocument/2006/relationships/hyperlink" Target="https://www.postgresql.org/files/documentation/pdf/12/postgresql-12-A4.pdf" TargetMode="External"/><Relationship Id="rId12" Type="http://schemas.openxmlformats.org/officeDocument/2006/relationships/hyperlink" Target="https://www.digilocker.gov.in/web/partners/issuersdigilocker" TargetMode="External"/><Relationship Id="rId17" Type="http://schemas.openxmlformats.org/officeDocument/2006/relationships/hyperlink" Target="https://docs.digitalocean.com/" TargetMode="External"/><Relationship Id="rId2" Type="http://schemas.openxmlformats.org/officeDocument/2006/relationships/hyperlink" Target="https://getbootstrap.com/docs" TargetMode="External"/><Relationship Id="rId16" Type="http://schemas.openxmlformats.org/officeDocument/2006/relationships/hyperlink" Target="https://docs.aws.amazon.com/" TargetMode="External"/><Relationship Id="rId20" Type="http://schemas.openxmlformats.org/officeDocument/2006/relationships/hyperlink" Target="https://pmjdy.gov.in/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nodejs.org/download/release/v14.3.0/docs/api/" TargetMode="External"/><Relationship Id="rId11" Type="http://schemas.openxmlformats.org/officeDocument/2006/relationships/hyperlink" Target="https://keras.io/" TargetMode="External"/><Relationship Id="rId5" Type="http://schemas.openxmlformats.org/officeDocument/2006/relationships/hyperlink" Target="https://getbootstrap.com/docs/4.1/getting-started/introduction/" TargetMode="External"/><Relationship Id="rId15" Type="http://schemas.openxmlformats.org/officeDocument/2006/relationships/hyperlink" Target="https://cloud.google.com/translate/docs" TargetMode="External"/><Relationship Id="rId10" Type="http://schemas.openxmlformats.org/officeDocument/2006/relationships/hyperlink" Target="https://arxiv.org/abs/1512.03385" TargetMode="External"/><Relationship Id="rId19" Type="http://schemas.openxmlformats.org/officeDocument/2006/relationships/hyperlink" Target="https://www.digilocker.gov.in/web/partners/introductions" TargetMode="External"/><Relationship Id="rId4" Type="http://schemas.openxmlformats.org/officeDocument/2006/relationships/hyperlink" Target="https://api.jquery.com/" TargetMode="External"/><Relationship Id="rId9" Type="http://schemas.openxmlformats.org/officeDocument/2006/relationships/hyperlink" Target="https://getbootstrap.com/docs/5.3/getting-started/introduction/" TargetMode="External"/><Relationship Id="rId14" Type="http://schemas.openxmlformats.org/officeDocument/2006/relationships/hyperlink" Target="https://developers.google.com/maps/documentation/geolocation/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7E029-42FD-B1C4-B5FE-77E75114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578"/>
            <a:ext cx="12192000" cy="1817422"/>
          </a:xfrm>
        </p:spPr>
        <p:txBody>
          <a:bodyPr>
            <a:normAutofit/>
          </a:bodyPr>
          <a:lstStyle/>
          <a:p>
            <a:pPr algn="l"/>
            <a:r>
              <a:rPr lang="en-IN" b="0" u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ngravers MT" panose="02090707080505020304" pitchFamily="18" charset="0"/>
                <a:cs typeface="Arial" panose="020B0604020202020204" pitchFamily="34" charset="0"/>
              </a:rPr>
              <a:t>		   </a:t>
            </a:r>
            <a:r>
              <a:rPr lang="en-IN" b="1" u="sng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ngravers MT" panose="02090707080505020304" pitchFamily="18" charset="0"/>
                <a:cs typeface="Arial" panose="020B0604020202020204" pitchFamily="34" charset="0"/>
              </a:rPr>
              <a:t>GenAI  Buildathon</a:t>
            </a:r>
            <a:br>
              <a:rPr lang="en-IN" b="0" u="none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ngravers MT" panose="02090707080505020304" pitchFamily="18" charset="0"/>
                <a:cs typeface="Arial" panose="020B0604020202020204" pitchFamily="34" charset="0"/>
              </a:rPr>
            </a:br>
            <a:endParaRPr lang="en-IN" b="0" u="none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ngravers MT" panose="020907070805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CDEF1-FB81-5C19-0EC4-6227AC8D8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447800"/>
            <a:ext cx="11708028" cy="5309485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Problem Statement Title:  </a:t>
            </a:r>
            <a:r>
              <a:rPr lang="en-IN" sz="2000" dirty="0">
                <a:solidFill>
                  <a:schemeClr val="tx1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NAARI – The Web Application</a:t>
            </a:r>
            <a:endParaRPr lang="en-US" sz="2000" dirty="0">
              <a:solidFill>
                <a:schemeClr val="tx1"/>
              </a:solidFill>
              <a:latin typeface="Cooper Black" panose="0208090404030B0204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Theme: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Cooper Black" panose="0208090404030B020404" pitchFamily="18" charset="0"/>
                <a:cs typeface="Times New Roman" panose="02020603050405020304" pitchFamily="18" charset="0"/>
              </a:rPr>
              <a:t>Women Empowerment &amp; Digital Transformation</a:t>
            </a:r>
            <a:endParaRPr lang="en-US" sz="2000" dirty="0">
              <a:latin typeface="Cooper Black" panose="0208090404030B0204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PS Category:  </a:t>
            </a:r>
            <a:r>
              <a:rPr lang="en-US" dirty="0">
                <a:latin typeface="Cooper Black" panose="0208090404030B0204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Team Name: </a:t>
            </a:r>
            <a:r>
              <a:rPr lang="en-US" b="1" dirty="0">
                <a:latin typeface="Constantia" panose="02030602050306030303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ooper Black" panose="0208090404030B020404" pitchFamily="18" charset="0"/>
                <a:cs typeface="Times New Roman" panose="02020603050405020304" pitchFamily="18" charset="0"/>
              </a:rPr>
              <a:t>GeekGenesis</a:t>
            </a:r>
          </a:p>
          <a:p>
            <a:pPr marL="285750" indent="-285750">
              <a:lnSpc>
                <a:spcPct val="20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Team Members: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1.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MD Shehzad-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Leader, AIML &amp; Backend Developer	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Syed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Rahman</a:t>
            </a:r>
            <a:r>
              <a:rPr lang="en-US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Frontend DEVELOPER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                                       3. </a:t>
            </a:r>
            <a:r>
              <a:rPr lang="en-US" dirty="0">
                <a:latin typeface="Cooper Black" panose="0208090404030B020404" pitchFamily="18" charset="0"/>
                <a:cs typeface="Times New Roman" panose="02020603050405020304" pitchFamily="18" charset="0"/>
              </a:rPr>
              <a:t>MOHD KAIF-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ENGINEER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UID:   </a:t>
            </a:r>
            <a:r>
              <a:rPr lang="en-US" dirty="0">
                <a:latin typeface="Cooper Black" panose="0208090404030B020404" pitchFamily="18" charset="0"/>
                <a:cs typeface="Times New Roman" panose="02020603050405020304" pitchFamily="18" charset="0"/>
              </a:rPr>
              <a:t>f38fa611-0972-4df3-b445-5f2ebca22e21</a:t>
            </a:r>
            <a:endParaRPr lang="en-IN" dirty="0">
              <a:latin typeface="Cooper Black" panose="0208090404030B0204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14E7F0-815B-AB61-2877-78270FE9E2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33372"/>
            <a:ext cx="2792629" cy="7810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2000" endA="300" endPos="35000" dir="5400000" sy="-100000" algn="bl" rotWithShape="0"/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939361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-181075"/>
            <a:ext cx="10364451" cy="891525"/>
          </a:xfrm>
          <a:prstGeom prst="rect">
            <a:avLst/>
          </a:prstGeom>
        </p:spPr>
        <p:txBody>
          <a:bodyPr vert="horz" wrap="square" lIns="0" tIns="395223" rIns="0" bIns="0" rtlCol="0">
            <a:spAutoFit/>
          </a:bodyPr>
          <a:lstStyle/>
          <a:p>
            <a:pPr marL="363855">
              <a:lnSpc>
                <a:spcPct val="100000"/>
              </a:lnSpc>
              <a:spcBef>
                <a:spcPts val="95"/>
              </a:spcBef>
            </a:pPr>
            <a:r>
              <a:rPr sz="32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NAARI</a:t>
            </a:r>
            <a:r>
              <a:rPr sz="3200" b="1" u="sng" spc="-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200" b="1" u="sng" spc="-1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b="1" u="sng" spc="-19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u="sng" spc="-1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3200" b="1" u="sng" spc="-1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u="sng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sz="3200" b="1" u="sng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990600"/>
            <a:ext cx="9906000" cy="55616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132258"/>
            <a:ext cx="9524999" cy="553022"/>
          </a:xfrm>
          <a:prstGeom prst="rect">
            <a:avLst/>
          </a:prstGeom>
        </p:spPr>
        <p:txBody>
          <a:bodyPr vert="horz" wrap="square" lIns="0" tIns="59994" rIns="0" bIns="0" rtlCol="0">
            <a:spAutoFit/>
          </a:bodyPr>
          <a:lstStyle/>
          <a:p>
            <a:pPr marL="1872614" algn="l">
              <a:lnSpc>
                <a:spcPct val="100000"/>
              </a:lnSpc>
              <a:spcBef>
                <a:spcPts val="100"/>
              </a:spcBef>
            </a:pPr>
            <a:r>
              <a:rPr sz="3200" b="1" u="sng" dirty="0">
                <a:latin typeface="Constantia" panose="02030602050306030303" pitchFamily="18" charset="0"/>
              </a:rPr>
              <a:t>Technology</a:t>
            </a:r>
            <a:r>
              <a:rPr lang="en-IN" sz="3200" b="1" u="sng" dirty="0">
                <a:latin typeface="Constantia" panose="02030602050306030303" pitchFamily="18" charset="0"/>
              </a:rPr>
              <a:t> </a:t>
            </a:r>
            <a:r>
              <a:rPr sz="3200" b="1" u="sng" dirty="0">
                <a:latin typeface="Constantia" panose="02030602050306030303" pitchFamily="18" charset="0"/>
              </a:rPr>
              <a:t> Stack</a:t>
            </a:r>
            <a:r>
              <a:rPr lang="en-IN" sz="3200" b="1" u="sng" dirty="0">
                <a:latin typeface="Constantia" panose="02030602050306030303" pitchFamily="18" charset="0"/>
              </a:rPr>
              <a:t> </a:t>
            </a:r>
            <a:r>
              <a:rPr sz="3200" b="1" u="sng" dirty="0">
                <a:latin typeface="Constantia" panose="02030602050306030303" pitchFamily="18" charset="0"/>
              </a:rPr>
              <a:t> Used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304800"/>
            <a:ext cx="3644010" cy="63246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207252" y="1758442"/>
            <a:ext cx="2860548" cy="548889"/>
            <a:chOff x="6207252" y="1758695"/>
            <a:chExt cx="2860548" cy="571500"/>
          </a:xfrm>
        </p:grpSpPr>
        <p:sp>
          <p:nvSpPr>
            <p:cNvPr id="5" name="object 5"/>
            <p:cNvSpPr/>
            <p:nvPr/>
          </p:nvSpPr>
          <p:spPr>
            <a:xfrm>
              <a:off x="6207252" y="1758695"/>
              <a:ext cx="2860548" cy="571500"/>
            </a:xfrm>
            <a:custGeom>
              <a:avLst/>
              <a:gdLst/>
              <a:ahLst/>
              <a:cxnLst/>
              <a:rect l="l" t="t" r="r" b="b"/>
              <a:pathLst>
                <a:path w="4028440" h="571500">
                  <a:moveTo>
                    <a:pt x="3932681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3932681" y="571500"/>
                  </a:lnTo>
                  <a:lnTo>
                    <a:pt x="3969746" y="564010"/>
                  </a:lnTo>
                  <a:lnTo>
                    <a:pt x="4000023" y="543591"/>
                  </a:lnTo>
                  <a:lnTo>
                    <a:pt x="4020442" y="513314"/>
                  </a:lnTo>
                  <a:lnTo>
                    <a:pt x="4027931" y="476250"/>
                  </a:lnTo>
                  <a:lnTo>
                    <a:pt x="4027931" y="95250"/>
                  </a:lnTo>
                  <a:lnTo>
                    <a:pt x="4020442" y="58185"/>
                  </a:lnTo>
                  <a:lnTo>
                    <a:pt x="4000023" y="27908"/>
                  </a:lnTo>
                  <a:lnTo>
                    <a:pt x="3969746" y="7489"/>
                  </a:lnTo>
                  <a:lnTo>
                    <a:pt x="3932681" y="0"/>
                  </a:lnTo>
                  <a:close/>
                </a:path>
              </a:pathLst>
            </a:custGeom>
            <a:solidFill>
              <a:srgbClr val="DCE4E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07252" y="1758695"/>
              <a:ext cx="2784348" cy="571500"/>
            </a:xfrm>
            <a:custGeom>
              <a:avLst/>
              <a:gdLst/>
              <a:ahLst/>
              <a:cxnLst/>
              <a:rect l="l" t="t" r="r" b="b"/>
              <a:pathLst>
                <a:path w="4028440" h="571500">
                  <a:moveTo>
                    <a:pt x="4027931" y="95250"/>
                  </a:moveTo>
                  <a:lnTo>
                    <a:pt x="4027931" y="476250"/>
                  </a:lnTo>
                  <a:lnTo>
                    <a:pt x="4020442" y="513314"/>
                  </a:lnTo>
                  <a:lnTo>
                    <a:pt x="4000023" y="543591"/>
                  </a:lnTo>
                  <a:lnTo>
                    <a:pt x="3969746" y="564010"/>
                  </a:lnTo>
                  <a:lnTo>
                    <a:pt x="3932681" y="571500"/>
                  </a:lnTo>
                  <a:lnTo>
                    <a:pt x="0" y="571500"/>
                  </a:lnTo>
                  <a:lnTo>
                    <a:pt x="0" y="0"/>
                  </a:lnTo>
                  <a:lnTo>
                    <a:pt x="3932681" y="0"/>
                  </a:lnTo>
                  <a:lnTo>
                    <a:pt x="3969746" y="7489"/>
                  </a:lnTo>
                  <a:lnTo>
                    <a:pt x="4000023" y="27908"/>
                  </a:lnTo>
                  <a:lnTo>
                    <a:pt x="4020442" y="58185"/>
                  </a:lnTo>
                  <a:lnTo>
                    <a:pt x="4027931" y="95250"/>
                  </a:lnTo>
                  <a:close/>
                </a:path>
              </a:pathLst>
            </a:custGeom>
            <a:ln w="12700">
              <a:solidFill>
                <a:srgbClr val="DCE4ED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13602" y="1762505"/>
            <a:ext cx="3963670" cy="65466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67005" indent="-114935">
              <a:lnSpc>
                <a:spcPct val="100000"/>
              </a:lnSpc>
              <a:spcBef>
                <a:spcPts val="204"/>
              </a:spcBef>
              <a:buChar char="•"/>
              <a:tabLst>
                <a:tab pos="167005" algn="l"/>
              </a:tabLst>
            </a:pPr>
            <a:r>
              <a:rPr sz="2000" spc="-10" dirty="0">
                <a:latin typeface="Tahoma"/>
                <a:cs typeface="Tahoma"/>
              </a:rPr>
              <a:t>HTML,CSS,JQuery</a:t>
            </a:r>
            <a:endParaRPr sz="2000" dirty="0">
              <a:latin typeface="Tahoma"/>
              <a:cs typeface="Tahoma"/>
            </a:endParaRPr>
          </a:p>
          <a:p>
            <a:pPr marL="167005" indent="-114935">
              <a:lnSpc>
                <a:spcPct val="100000"/>
              </a:lnSpc>
              <a:spcBef>
                <a:spcPts val="110"/>
              </a:spcBef>
              <a:buChar char="•"/>
              <a:tabLst>
                <a:tab pos="167005" algn="l"/>
              </a:tabLst>
            </a:pPr>
            <a:r>
              <a:rPr sz="2000" dirty="0">
                <a:latin typeface="Tahoma"/>
                <a:cs typeface="Tahoma"/>
              </a:rPr>
              <a:t>Bootstrap</a:t>
            </a:r>
            <a:r>
              <a:rPr sz="2000" spc="65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,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JavaScript</a:t>
            </a:r>
            <a:endParaRPr sz="2000" dirty="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42588" y="1687067"/>
            <a:ext cx="5469635" cy="1391666"/>
            <a:chOff x="3942588" y="1687067"/>
            <a:chExt cx="5469635" cy="1391666"/>
          </a:xfrm>
        </p:grpSpPr>
        <p:sp>
          <p:nvSpPr>
            <p:cNvPr id="9" name="object 9"/>
            <p:cNvSpPr/>
            <p:nvPr/>
          </p:nvSpPr>
          <p:spPr>
            <a:xfrm>
              <a:off x="3942588" y="1687067"/>
              <a:ext cx="2265045" cy="713740"/>
            </a:xfrm>
            <a:custGeom>
              <a:avLst/>
              <a:gdLst/>
              <a:ahLst/>
              <a:cxnLst/>
              <a:rect l="l" t="t" r="r" b="b"/>
              <a:pathLst>
                <a:path w="2265045" h="713739">
                  <a:moveTo>
                    <a:pt x="2145791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0" y="640633"/>
                  </a:lnTo>
                  <a:lnTo>
                    <a:pt x="34813" y="678418"/>
                  </a:lnTo>
                  <a:lnTo>
                    <a:pt x="72598" y="703891"/>
                  </a:lnTo>
                  <a:lnTo>
                    <a:pt x="118872" y="713232"/>
                  </a:lnTo>
                  <a:lnTo>
                    <a:pt x="2145791" y="713232"/>
                  </a:lnTo>
                  <a:lnTo>
                    <a:pt x="2192065" y="703891"/>
                  </a:lnTo>
                  <a:lnTo>
                    <a:pt x="2229850" y="678418"/>
                  </a:lnTo>
                  <a:lnTo>
                    <a:pt x="2255323" y="640633"/>
                  </a:lnTo>
                  <a:lnTo>
                    <a:pt x="2264664" y="594360"/>
                  </a:lnTo>
                  <a:lnTo>
                    <a:pt x="2264664" y="118872"/>
                  </a:lnTo>
                  <a:lnTo>
                    <a:pt x="2255323" y="72598"/>
                  </a:lnTo>
                  <a:lnTo>
                    <a:pt x="2229850" y="34813"/>
                  </a:lnTo>
                  <a:lnTo>
                    <a:pt x="2192065" y="9340"/>
                  </a:lnTo>
                  <a:lnTo>
                    <a:pt x="2145791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42588" y="1687067"/>
              <a:ext cx="2265045" cy="713740"/>
            </a:xfrm>
            <a:custGeom>
              <a:avLst/>
              <a:gdLst/>
              <a:ahLst/>
              <a:cxnLst/>
              <a:rect l="l" t="t" r="r" b="b"/>
              <a:pathLst>
                <a:path w="2265045" h="713739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2" y="0"/>
                  </a:lnTo>
                  <a:lnTo>
                    <a:pt x="2145791" y="0"/>
                  </a:lnTo>
                  <a:lnTo>
                    <a:pt x="2192065" y="9340"/>
                  </a:lnTo>
                  <a:lnTo>
                    <a:pt x="2229850" y="34813"/>
                  </a:lnTo>
                  <a:lnTo>
                    <a:pt x="2255323" y="72598"/>
                  </a:lnTo>
                  <a:lnTo>
                    <a:pt x="2264664" y="118872"/>
                  </a:lnTo>
                  <a:lnTo>
                    <a:pt x="2264664" y="594360"/>
                  </a:lnTo>
                  <a:lnTo>
                    <a:pt x="2255323" y="640633"/>
                  </a:lnTo>
                  <a:lnTo>
                    <a:pt x="2229850" y="678418"/>
                  </a:lnTo>
                  <a:lnTo>
                    <a:pt x="2192065" y="703891"/>
                  </a:lnTo>
                  <a:lnTo>
                    <a:pt x="2145791" y="713232"/>
                  </a:lnTo>
                  <a:lnTo>
                    <a:pt x="118872" y="713232"/>
                  </a:lnTo>
                  <a:lnTo>
                    <a:pt x="72598" y="703891"/>
                  </a:lnTo>
                  <a:lnTo>
                    <a:pt x="34813" y="678418"/>
                  </a:lnTo>
                  <a:lnTo>
                    <a:pt x="9340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07252" y="2508503"/>
              <a:ext cx="3165348" cy="570230"/>
            </a:xfrm>
            <a:custGeom>
              <a:avLst/>
              <a:gdLst/>
              <a:ahLst/>
              <a:cxnLst/>
              <a:rect l="l" t="t" r="r" b="b"/>
              <a:pathLst>
                <a:path w="4028440" h="570230">
                  <a:moveTo>
                    <a:pt x="3932936" y="0"/>
                  </a:moveTo>
                  <a:lnTo>
                    <a:pt x="0" y="0"/>
                  </a:lnTo>
                  <a:lnTo>
                    <a:pt x="0" y="569976"/>
                  </a:lnTo>
                  <a:lnTo>
                    <a:pt x="3932936" y="569976"/>
                  </a:lnTo>
                  <a:lnTo>
                    <a:pt x="3969906" y="562508"/>
                  </a:lnTo>
                  <a:lnTo>
                    <a:pt x="4000103" y="542147"/>
                  </a:lnTo>
                  <a:lnTo>
                    <a:pt x="4020464" y="511950"/>
                  </a:lnTo>
                  <a:lnTo>
                    <a:pt x="4027931" y="474980"/>
                  </a:lnTo>
                  <a:lnTo>
                    <a:pt x="4027931" y="94996"/>
                  </a:lnTo>
                  <a:lnTo>
                    <a:pt x="4020464" y="58025"/>
                  </a:lnTo>
                  <a:lnTo>
                    <a:pt x="4000103" y="27828"/>
                  </a:lnTo>
                  <a:lnTo>
                    <a:pt x="3969906" y="7467"/>
                  </a:lnTo>
                  <a:lnTo>
                    <a:pt x="3932936" y="0"/>
                  </a:lnTo>
                  <a:close/>
                </a:path>
              </a:pathLst>
            </a:custGeom>
            <a:solidFill>
              <a:srgbClr val="DCE4E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07252" y="2508503"/>
              <a:ext cx="3204971" cy="570230"/>
            </a:xfrm>
            <a:custGeom>
              <a:avLst/>
              <a:gdLst/>
              <a:ahLst/>
              <a:cxnLst/>
              <a:rect l="l" t="t" r="r" b="b"/>
              <a:pathLst>
                <a:path w="4028440" h="570230">
                  <a:moveTo>
                    <a:pt x="4027931" y="94996"/>
                  </a:moveTo>
                  <a:lnTo>
                    <a:pt x="4027931" y="474980"/>
                  </a:lnTo>
                  <a:lnTo>
                    <a:pt x="4020464" y="511950"/>
                  </a:lnTo>
                  <a:lnTo>
                    <a:pt x="4000103" y="542147"/>
                  </a:lnTo>
                  <a:lnTo>
                    <a:pt x="3969906" y="562508"/>
                  </a:lnTo>
                  <a:lnTo>
                    <a:pt x="3932936" y="569976"/>
                  </a:lnTo>
                  <a:lnTo>
                    <a:pt x="0" y="569976"/>
                  </a:lnTo>
                  <a:lnTo>
                    <a:pt x="0" y="0"/>
                  </a:lnTo>
                  <a:lnTo>
                    <a:pt x="3932936" y="0"/>
                  </a:lnTo>
                  <a:lnTo>
                    <a:pt x="3969906" y="7467"/>
                  </a:lnTo>
                  <a:lnTo>
                    <a:pt x="4000103" y="27828"/>
                  </a:lnTo>
                  <a:lnTo>
                    <a:pt x="4020464" y="58025"/>
                  </a:lnTo>
                  <a:lnTo>
                    <a:pt x="4027931" y="94996"/>
                  </a:lnTo>
                  <a:close/>
                </a:path>
              </a:pathLst>
            </a:custGeom>
            <a:ln w="12700">
              <a:solidFill>
                <a:srgbClr val="DCE4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53097" y="2511932"/>
            <a:ext cx="4028440" cy="65466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635" indent="-114935">
              <a:lnSpc>
                <a:spcPct val="100000"/>
              </a:lnSpc>
              <a:spcBef>
                <a:spcPts val="204"/>
              </a:spcBef>
              <a:buChar char="•"/>
              <a:tabLst>
                <a:tab pos="127635" algn="l"/>
              </a:tabLst>
            </a:pPr>
            <a:r>
              <a:rPr sz="2000" dirty="0">
                <a:latin typeface="Tahoma"/>
                <a:cs typeface="Tahoma"/>
              </a:rPr>
              <a:t>NodeJS</a:t>
            </a:r>
            <a:r>
              <a:rPr sz="2000" spc="14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v14.3.0</a:t>
            </a:r>
            <a:endParaRPr sz="2000" dirty="0">
              <a:latin typeface="Tahoma"/>
              <a:cs typeface="Tahoma"/>
            </a:endParaRPr>
          </a:p>
          <a:p>
            <a:pPr marL="127635" indent="-114935">
              <a:lnSpc>
                <a:spcPct val="100000"/>
              </a:lnSpc>
              <a:spcBef>
                <a:spcPts val="110"/>
              </a:spcBef>
              <a:buChar char="•"/>
              <a:tabLst>
                <a:tab pos="127635" algn="l"/>
              </a:tabLst>
            </a:pPr>
            <a:r>
              <a:rPr sz="2000" dirty="0">
                <a:latin typeface="Tahoma"/>
                <a:cs typeface="Tahoma"/>
              </a:rPr>
              <a:t>database</a:t>
            </a:r>
            <a:r>
              <a:rPr sz="2000" spc="229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PostgreSQL</a:t>
            </a:r>
            <a:r>
              <a:rPr sz="2000" spc="33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-</a:t>
            </a:r>
            <a:r>
              <a:rPr sz="2000" spc="-25" dirty="0">
                <a:latin typeface="Tahoma"/>
                <a:cs typeface="Tahoma"/>
              </a:rPr>
              <a:t>12</a:t>
            </a:r>
            <a:endParaRPr sz="2000" dirty="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940809" y="2444242"/>
            <a:ext cx="6301105" cy="1390650"/>
            <a:chOff x="3940809" y="2444242"/>
            <a:chExt cx="6301105" cy="1390650"/>
          </a:xfrm>
        </p:grpSpPr>
        <p:sp>
          <p:nvSpPr>
            <p:cNvPr id="15" name="object 15"/>
            <p:cNvSpPr/>
            <p:nvPr/>
          </p:nvSpPr>
          <p:spPr>
            <a:xfrm>
              <a:off x="3947159" y="2450592"/>
              <a:ext cx="2266315" cy="713740"/>
            </a:xfrm>
            <a:custGeom>
              <a:avLst/>
              <a:gdLst/>
              <a:ahLst/>
              <a:cxnLst/>
              <a:rect l="l" t="t" r="r" b="b"/>
              <a:pathLst>
                <a:path w="2266315" h="713739">
                  <a:moveTo>
                    <a:pt x="2147316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594360"/>
                  </a:lnTo>
                  <a:lnTo>
                    <a:pt x="9340" y="640633"/>
                  </a:lnTo>
                  <a:lnTo>
                    <a:pt x="34813" y="678418"/>
                  </a:lnTo>
                  <a:lnTo>
                    <a:pt x="72598" y="703891"/>
                  </a:lnTo>
                  <a:lnTo>
                    <a:pt x="118872" y="713232"/>
                  </a:lnTo>
                  <a:lnTo>
                    <a:pt x="2147316" y="713232"/>
                  </a:lnTo>
                  <a:lnTo>
                    <a:pt x="2193589" y="703891"/>
                  </a:lnTo>
                  <a:lnTo>
                    <a:pt x="2231374" y="678418"/>
                  </a:lnTo>
                  <a:lnTo>
                    <a:pt x="2256847" y="640633"/>
                  </a:lnTo>
                  <a:lnTo>
                    <a:pt x="2266188" y="594360"/>
                  </a:lnTo>
                  <a:lnTo>
                    <a:pt x="2266188" y="118872"/>
                  </a:lnTo>
                  <a:lnTo>
                    <a:pt x="2256847" y="72598"/>
                  </a:lnTo>
                  <a:lnTo>
                    <a:pt x="2231374" y="34813"/>
                  </a:lnTo>
                  <a:lnTo>
                    <a:pt x="2193589" y="9340"/>
                  </a:lnTo>
                  <a:lnTo>
                    <a:pt x="2147316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47159" y="2450592"/>
              <a:ext cx="2266315" cy="713740"/>
            </a:xfrm>
            <a:custGeom>
              <a:avLst/>
              <a:gdLst/>
              <a:ahLst/>
              <a:cxnLst/>
              <a:rect l="l" t="t" r="r" b="b"/>
              <a:pathLst>
                <a:path w="2266315" h="713739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2" y="0"/>
                  </a:lnTo>
                  <a:lnTo>
                    <a:pt x="2147316" y="0"/>
                  </a:lnTo>
                  <a:lnTo>
                    <a:pt x="2193589" y="9340"/>
                  </a:lnTo>
                  <a:lnTo>
                    <a:pt x="2231374" y="34813"/>
                  </a:lnTo>
                  <a:lnTo>
                    <a:pt x="2256847" y="72598"/>
                  </a:lnTo>
                  <a:lnTo>
                    <a:pt x="2266188" y="118872"/>
                  </a:lnTo>
                  <a:lnTo>
                    <a:pt x="2266188" y="594360"/>
                  </a:lnTo>
                  <a:lnTo>
                    <a:pt x="2256847" y="640633"/>
                  </a:lnTo>
                  <a:lnTo>
                    <a:pt x="2231374" y="678418"/>
                  </a:lnTo>
                  <a:lnTo>
                    <a:pt x="2193589" y="703891"/>
                  </a:lnTo>
                  <a:lnTo>
                    <a:pt x="2147316" y="713232"/>
                  </a:lnTo>
                  <a:lnTo>
                    <a:pt x="118872" y="713232"/>
                  </a:lnTo>
                  <a:lnTo>
                    <a:pt x="72598" y="703891"/>
                  </a:lnTo>
                  <a:lnTo>
                    <a:pt x="34813" y="678418"/>
                  </a:lnTo>
                  <a:lnTo>
                    <a:pt x="9340" y="640633"/>
                  </a:lnTo>
                  <a:lnTo>
                    <a:pt x="0" y="594360"/>
                  </a:lnTo>
                  <a:lnTo>
                    <a:pt x="0" y="11887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07251" y="3256788"/>
              <a:ext cx="4028440" cy="571500"/>
            </a:xfrm>
            <a:custGeom>
              <a:avLst/>
              <a:gdLst/>
              <a:ahLst/>
              <a:cxnLst/>
              <a:rect l="l" t="t" r="r" b="b"/>
              <a:pathLst>
                <a:path w="4028440" h="571500">
                  <a:moveTo>
                    <a:pt x="3932681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3932681" y="571500"/>
                  </a:lnTo>
                  <a:lnTo>
                    <a:pt x="3969746" y="564010"/>
                  </a:lnTo>
                  <a:lnTo>
                    <a:pt x="4000023" y="543591"/>
                  </a:lnTo>
                  <a:lnTo>
                    <a:pt x="4020442" y="513314"/>
                  </a:lnTo>
                  <a:lnTo>
                    <a:pt x="4027931" y="476250"/>
                  </a:lnTo>
                  <a:lnTo>
                    <a:pt x="4027931" y="95250"/>
                  </a:lnTo>
                  <a:lnTo>
                    <a:pt x="4020442" y="58185"/>
                  </a:lnTo>
                  <a:lnTo>
                    <a:pt x="4000023" y="27908"/>
                  </a:lnTo>
                  <a:lnTo>
                    <a:pt x="3969746" y="7489"/>
                  </a:lnTo>
                  <a:lnTo>
                    <a:pt x="3932681" y="0"/>
                  </a:lnTo>
                  <a:close/>
                </a:path>
              </a:pathLst>
            </a:custGeom>
            <a:solidFill>
              <a:srgbClr val="DCE4E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07251" y="3256788"/>
              <a:ext cx="4028440" cy="571500"/>
            </a:xfrm>
            <a:custGeom>
              <a:avLst/>
              <a:gdLst/>
              <a:ahLst/>
              <a:cxnLst/>
              <a:rect l="l" t="t" r="r" b="b"/>
              <a:pathLst>
                <a:path w="4028440" h="571500">
                  <a:moveTo>
                    <a:pt x="4027931" y="95250"/>
                  </a:moveTo>
                  <a:lnTo>
                    <a:pt x="4027931" y="476250"/>
                  </a:lnTo>
                  <a:lnTo>
                    <a:pt x="4020442" y="513314"/>
                  </a:lnTo>
                  <a:lnTo>
                    <a:pt x="4000023" y="543591"/>
                  </a:lnTo>
                  <a:lnTo>
                    <a:pt x="3969746" y="564010"/>
                  </a:lnTo>
                  <a:lnTo>
                    <a:pt x="3932681" y="571500"/>
                  </a:lnTo>
                  <a:lnTo>
                    <a:pt x="0" y="571500"/>
                  </a:lnTo>
                  <a:lnTo>
                    <a:pt x="0" y="0"/>
                  </a:lnTo>
                  <a:lnTo>
                    <a:pt x="3932681" y="0"/>
                  </a:lnTo>
                  <a:lnTo>
                    <a:pt x="3969746" y="7489"/>
                  </a:lnTo>
                  <a:lnTo>
                    <a:pt x="4000023" y="27908"/>
                  </a:lnTo>
                  <a:lnTo>
                    <a:pt x="4020442" y="58185"/>
                  </a:lnTo>
                  <a:lnTo>
                    <a:pt x="4027931" y="95250"/>
                  </a:lnTo>
                  <a:close/>
                </a:path>
              </a:pathLst>
            </a:custGeom>
            <a:ln w="12700">
              <a:solidFill>
                <a:srgbClr val="DCE4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213602" y="3261487"/>
            <a:ext cx="3963670" cy="65466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67005" indent="-114935">
              <a:lnSpc>
                <a:spcPct val="100000"/>
              </a:lnSpc>
              <a:spcBef>
                <a:spcPts val="204"/>
              </a:spcBef>
              <a:buChar char="•"/>
              <a:tabLst>
                <a:tab pos="167005" algn="l"/>
              </a:tabLst>
            </a:pPr>
            <a:r>
              <a:rPr sz="2000" dirty="0">
                <a:latin typeface="Tahoma"/>
                <a:cs typeface="Tahoma"/>
              </a:rPr>
              <a:t>Chat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Bot-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65" dirty="0">
                <a:latin typeface="Tahoma"/>
                <a:cs typeface="Tahoma"/>
              </a:rPr>
              <a:t>Dialog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Flow</a:t>
            </a:r>
            <a:endParaRPr sz="2000" dirty="0">
              <a:latin typeface="Tahoma"/>
              <a:cs typeface="Tahoma"/>
            </a:endParaRPr>
          </a:p>
          <a:p>
            <a:pPr marL="167005" indent="-114935">
              <a:lnSpc>
                <a:spcPct val="100000"/>
              </a:lnSpc>
              <a:spcBef>
                <a:spcPts val="110"/>
              </a:spcBef>
              <a:buChar char="•"/>
              <a:tabLst>
                <a:tab pos="167005" algn="l"/>
              </a:tabLst>
            </a:pPr>
            <a:r>
              <a:rPr sz="2000" spc="90" dirty="0">
                <a:latin typeface="Tahoma"/>
                <a:cs typeface="Tahoma"/>
              </a:rPr>
              <a:t>Deep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learning</a:t>
            </a:r>
            <a:r>
              <a:rPr sz="2000" spc="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keras</a:t>
            </a:r>
            <a:r>
              <a:rPr sz="2000" spc="2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(ResNet-</a:t>
            </a:r>
            <a:r>
              <a:rPr sz="2000" spc="-25" dirty="0">
                <a:latin typeface="Tahoma"/>
                <a:cs typeface="Tahoma"/>
              </a:rPr>
              <a:t>50)</a:t>
            </a:r>
            <a:endParaRPr sz="2000" dirty="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42588" y="3186683"/>
            <a:ext cx="8097012" cy="1512062"/>
            <a:chOff x="3942588" y="3186683"/>
            <a:chExt cx="8097012" cy="1512062"/>
          </a:xfrm>
        </p:grpSpPr>
        <p:sp>
          <p:nvSpPr>
            <p:cNvPr id="21" name="object 21"/>
            <p:cNvSpPr/>
            <p:nvPr/>
          </p:nvSpPr>
          <p:spPr>
            <a:xfrm>
              <a:off x="3942588" y="3186683"/>
              <a:ext cx="2265045" cy="715010"/>
            </a:xfrm>
            <a:custGeom>
              <a:avLst/>
              <a:gdLst/>
              <a:ahLst/>
              <a:cxnLst/>
              <a:rect l="l" t="t" r="r" b="b"/>
              <a:pathLst>
                <a:path w="2265045" h="715010">
                  <a:moveTo>
                    <a:pt x="2145538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595629"/>
                  </a:lnTo>
                  <a:lnTo>
                    <a:pt x="9362" y="641996"/>
                  </a:lnTo>
                  <a:lnTo>
                    <a:pt x="34893" y="679862"/>
                  </a:lnTo>
                  <a:lnTo>
                    <a:pt x="72759" y="705393"/>
                  </a:lnTo>
                  <a:lnTo>
                    <a:pt x="119125" y="714755"/>
                  </a:lnTo>
                  <a:lnTo>
                    <a:pt x="2145538" y="714755"/>
                  </a:lnTo>
                  <a:lnTo>
                    <a:pt x="2191904" y="705393"/>
                  </a:lnTo>
                  <a:lnTo>
                    <a:pt x="2229770" y="679862"/>
                  </a:lnTo>
                  <a:lnTo>
                    <a:pt x="2255301" y="641996"/>
                  </a:lnTo>
                  <a:lnTo>
                    <a:pt x="2264664" y="595629"/>
                  </a:lnTo>
                  <a:lnTo>
                    <a:pt x="2264664" y="119125"/>
                  </a:lnTo>
                  <a:lnTo>
                    <a:pt x="2255301" y="72759"/>
                  </a:lnTo>
                  <a:lnTo>
                    <a:pt x="2229770" y="34893"/>
                  </a:lnTo>
                  <a:lnTo>
                    <a:pt x="2191904" y="9362"/>
                  </a:lnTo>
                  <a:lnTo>
                    <a:pt x="2145538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42588" y="3186683"/>
              <a:ext cx="2265045" cy="715010"/>
            </a:xfrm>
            <a:custGeom>
              <a:avLst/>
              <a:gdLst/>
              <a:ahLst/>
              <a:cxnLst/>
              <a:rect l="l" t="t" r="r" b="b"/>
              <a:pathLst>
                <a:path w="2265045" h="715010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2145538" y="0"/>
                  </a:lnTo>
                  <a:lnTo>
                    <a:pt x="2191904" y="9362"/>
                  </a:lnTo>
                  <a:lnTo>
                    <a:pt x="2229770" y="34893"/>
                  </a:lnTo>
                  <a:lnTo>
                    <a:pt x="2255301" y="72759"/>
                  </a:lnTo>
                  <a:lnTo>
                    <a:pt x="2264664" y="119125"/>
                  </a:lnTo>
                  <a:lnTo>
                    <a:pt x="2264664" y="595629"/>
                  </a:lnTo>
                  <a:lnTo>
                    <a:pt x="2255301" y="641996"/>
                  </a:lnTo>
                  <a:lnTo>
                    <a:pt x="2229770" y="679862"/>
                  </a:lnTo>
                  <a:lnTo>
                    <a:pt x="2191904" y="705393"/>
                  </a:lnTo>
                  <a:lnTo>
                    <a:pt x="2145538" y="714755"/>
                  </a:lnTo>
                  <a:lnTo>
                    <a:pt x="119125" y="714755"/>
                  </a:lnTo>
                  <a:lnTo>
                    <a:pt x="72759" y="705393"/>
                  </a:lnTo>
                  <a:lnTo>
                    <a:pt x="34893" y="679862"/>
                  </a:lnTo>
                  <a:lnTo>
                    <a:pt x="9362" y="641996"/>
                  </a:lnTo>
                  <a:lnTo>
                    <a:pt x="0" y="595629"/>
                  </a:lnTo>
                  <a:lnTo>
                    <a:pt x="0" y="119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92011" y="4023359"/>
              <a:ext cx="5847589" cy="675386"/>
            </a:xfrm>
            <a:custGeom>
              <a:avLst/>
              <a:gdLst/>
              <a:ahLst/>
              <a:cxnLst/>
              <a:rect l="l" t="t" r="r" b="b"/>
              <a:pathLst>
                <a:path w="4026534" h="551814">
                  <a:moveTo>
                    <a:pt x="3934460" y="0"/>
                  </a:moveTo>
                  <a:lnTo>
                    <a:pt x="0" y="0"/>
                  </a:lnTo>
                  <a:lnTo>
                    <a:pt x="0" y="551688"/>
                  </a:lnTo>
                  <a:lnTo>
                    <a:pt x="3934460" y="551688"/>
                  </a:lnTo>
                  <a:lnTo>
                    <a:pt x="3970258" y="544464"/>
                  </a:lnTo>
                  <a:lnTo>
                    <a:pt x="3999484" y="524763"/>
                  </a:lnTo>
                  <a:lnTo>
                    <a:pt x="4019184" y="495538"/>
                  </a:lnTo>
                  <a:lnTo>
                    <a:pt x="4026408" y="459739"/>
                  </a:lnTo>
                  <a:lnTo>
                    <a:pt x="4026408" y="91947"/>
                  </a:lnTo>
                  <a:lnTo>
                    <a:pt x="4019184" y="56149"/>
                  </a:lnTo>
                  <a:lnTo>
                    <a:pt x="3999484" y="26923"/>
                  </a:lnTo>
                  <a:lnTo>
                    <a:pt x="3970258" y="7223"/>
                  </a:lnTo>
                  <a:lnTo>
                    <a:pt x="3934460" y="0"/>
                  </a:lnTo>
                  <a:close/>
                </a:path>
              </a:pathLst>
            </a:custGeom>
            <a:solidFill>
              <a:srgbClr val="DCE4E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4" name="object 24"/>
            <p:cNvSpPr/>
            <p:nvPr/>
          </p:nvSpPr>
          <p:spPr>
            <a:xfrm>
              <a:off x="6192011" y="4023359"/>
              <a:ext cx="4026535" cy="551815"/>
            </a:xfrm>
            <a:custGeom>
              <a:avLst/>
              <a:gdLst/>
              <a:ahLst/>
              <a:cxnLst/>
              <a:rect l="l" t="t" r="r" b="b"/>
              <a:pathLst>
                <a:path w="4026534" h="551814">
                  <a:moveTo>
                    <a:pt x="4026408" y="91947"/>
                  </a:moveTo>
                  <a:lnTo>
                    <a:pt x="4026408" y="459739"/>
                  </a:lnTo>
                  <a:lnTo>
                    <a:pt x="4019184" y="495538"/>
                  </a:lnTo>
                  <a:lnTo>
                    <a:pt x="3999484" y="524763"/>
                  </a:lnTo>
                  <a:lnTo>
                    <a:pt x="3970258" y="544464"/>
                  </a:lnTo>
                  <a:lnTo>
                    <a:pt x="3934460" y="551688"/>
                  </a:lnTo>
                  <a:lnTo>
                    <a:pt x="0" y="551688"/>
                  </a:lnTo>
                  <a:lnTo>
                    <a:pt x="0" y="0"/>
                  </a:lnTo>
                  <a:lnTo>
                    <a:pt x="3934460" y="0"/>
                  </a:lnTo>
                  <a:lnTo>
                    <a:pt x="3970258" y="7223"/>
                  </a:lnTo>
                  <a:lnTo>
                    <a:pt x="3999484" y="26923"/>
                  </a:lnTo>
                  <a:lnTo>
                    <a:pt x="4019184" y="56149"/>
                  </a:lnTo>
                  <a:lnTo>
                    <a:pt x="4026408" y="91947"/>
                  </a:lnTo>
                  <a:close/>
                </a:path>
              </a:pathLst>
            </a:custGeom>
            <a:ln w="12700">
              <a:solidFill>
                <a:srgbClr val="DCE4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198360" y="4008901"/>
            <a:ext cx="5841240" cy="653384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5811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158115" algn="l"/>
              </a:tabLst>
            </a:pPr>
            <a:r>
              <a:rPr sz="2000" dirty="0">
                <a:latin typeface="Tahoma"/>
                <a:cs typeface="Tahoma"/>
              </a:rPr>
              <a:t>Government-</a:t>
            </a:r>
            <a:r>
              <a:rPr sz="2000" spc="1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Digilocker</a:t>
            </a:r>
            <a:r>
              <a:rPr sz="2000" spc="1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API</a:t>
            </a:r>
            <a:r>
              <a:rPr sz="2000" spc="105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,</a:t>
            </a:r>
            <a:r>
              <a:rPr sz="2000" spc="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Aadhar</a:t>
            </a:r>
            <a:r>
              <a:rPr sz="2000" spc="9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Verification</a:t>
            </a:r>
            <a:endParaRPr sz="2000" dirty="0">
              <a:latin typeface="Tahoma"/>
              <a:cs typeface="Tahoma"/>
            </a:endParaRPr>
          </a:p>
          <a:p>
            <a:pPr marL="158115" indent="-114935">
              <a:lnSpc>
                <a:spcPct val="100000"/>
              </a:lnSpc>
              <a:spcBef>
                <a:spcPts val="95"/>
              </a:spcBef>
              <a:buChar char="•"/>
              <a:tabLst>
                <a:tab pos="158115" algn="l"/>
              </a:tabLst>
            </a:pPr>
            <a:r>
              <a:rPr sz="2000" spc="80" dirty="0">
                <a:latin typeface="Tahoma"/>
                <a:cs typeface="Tahoma"/>
              </a:rPr>
              <a:t>Google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-</a:t>
            </a:r>
            <a:r>
              <a:rPr sz="2000" spc="90" dirty="0">
                <a:latin typeface="Tahoma"/>
                <a:cs typeface="Tahoma"/>
              </a:rPr>
              <a:t>Geo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Location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API,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Translator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API</a:t>
            </a:r>
            <a:endParaRPr sz="2000" dirty="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925823" y="3954779"/>
            <a:ext cx="5703573" cy="1424217"/>
            <a:chOff x="3925823" y="3954779"/>
            <a:chExt cx="5703573" cy="1424217"/>
          </a:xfrm>
        </p:grpSpPr>
        <p:sp>
          <p:nvSpPr>
            <p:cNvPr id="27" name="object 27"/>
            <p:cNvSpPr/>
            <p:nvPr/>
          </p:nvSpPr>
          <p:spPr>
            <a:xfrm>
              <a:off x="3925823" y="3954779"/>
              <a:ext cx="2266315" cy="690880"/>
            </a:xfrm>
            <a:custGeom>
              <a:avLst/>
              <a:gdLst/>
              <a:ahLst/>
              <a:cxnLst/>
              <a:rect l="l" t="t" r="r" b="b"/>
              <a:pathLst>
                <a:path w="2266315" h="690879">
                  <a:moveTo>
                    <a:pt x="2151126" y="0"/>
                  </a:moveTo>
                  <a:lnTo>
                    <a:pt x="115062" y="0"/>
                  </a:lnTo>
                  <a:lnTo>
                    <a:pt x="70294" y="9048"/>
                  </a:lnTo>
                  <a:lnTo>
                    <a:pt x="33718" y="33718"/>
                  </a:lnTo>
                  <a:lnTo>
                    <a:pt x="9048" y="70294"/>
                  </a:lnTo>
                  <a:lnTo>
                    <a:pt x="0" y="115062"/>
                  </a:lnTo>
                  <a:lnTo>
                    <a:pt x="0" y="575310"/>
                  </a:lnTo>
                  <a:lnTo>
                    <a:pt x="9048" y="620077"/>
                  </a:lnTo>
                  <a:lnTo>
                    <a:pt x="33718" y="656653"/>
                  </a:lnTo>
                  <a:lnTo>
                    <a:pt x="70294" y="681323"/>
                  </a:lnTo>
                  <a:lnTo>
                    <a:pt x="115062" y="690372"/>
                  </a:lnTo>
                  <a:lnTo>
                    <a:pt x="2151126" y="690372"/>
                  </a:lnTo>
                  <a:lnTo>
                    <a:pt x="2195893" y="681323"/>
                  </a:lnTo>
                  <a:lnTo>
                    <a:pt x="2232469" y="656653"/>
                  </a:lnTo>
                  <a:lnTo>
                    <a:pt x="2257139" y="620077"/>
                  </a:lnTo>
                  <a:lnTo>
                    <a:pt x="2266188" y="575310"/>
                  </a:lnTo>
                  <a:lnTo>
                    <a:pt x="2266188" y="115062"/>
                  </a:lnTo>
                  <a:lnTo>
                    <a:pt x="2257139" y="70294"/>
                  </a:lnTo>
                  <a:lnTo>
                    <a:pt x="2232469" y="33718"/>
                  </a:lnTo>
                  <a:lnTo>
                    <a:pt x="2195893" y="9048"/>
                  </a:lnTo>
                  <a:lnTo>
                    <a:pt x="2151126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25823" y="3954779"/>
              <a:ext cx="2266315" cy="690880"/>
            </a:xfrm>
            <a:custGeom>
              <a:avLst/>
              <a:gdLst/>
              <a:ahLst/>
              <a:cxnLst/>
              <a:rect l="l" t="t" r="r" b="b"/>
              <a:pathLst>
                <a:path w="2266315" h="690879">
                  <a:moveTo>
                    <a:pt x="0" y="115062"/>
                  </a:moveTo>
                  <a:lnTo>
                    <a:pt x="9048" y="70294"/>
                  </a:lnTo>
                  <a:lnTo>
                    <a:pt x="33718" y="33718"/>
                  </a:lnTo>
                  <a:lnTo>
                    <a:pt x="70294" y="9048"/>
                  </a:lnTo>
                  <a:lnTo>
                    <a:pt x="115062" y="0"/>
                  </a:lnTo>
                  <a:lnTo>
                    <a:pt x="2151126" y="0"/>
                  </a:lnTo>
                  <a:lnTo>
                    <a:pt x="2195893" y="9048"/>
                  </a:lnTo>
                  <a:lnTo>
                    <a:pt x="2232469" y="33718"/>
                  </a:lnTo>
                  <a:lnTo>
                    <a:pt x="2257139" y="70294"/>
                  </a:lnTo>
                  <a:lnTo>
                    <a:pt x="2266188" y="115062"/>
                  </a:lnTo>
                  <a:lnTo>
                    <a:pt x="2266188" y="575310"/>
                  </a:lnTo>
                  <a:lnTo>
                    <a:pt x="2257139" y="620077"/>
                  </a:lnTo>
                  <a:lnTo>
                    <a:pt x="2232469" y="656653"/>
                  </a:lnTo>
                  <a:lnTo>
                    <a:pt x="2195893" y="681323"/>
                  </a:lnTo>
                  <a:lnTo>
                    <a:pt x="2151126" y="690372"/>
                  </a:lnTo>
                  <a:lnTo>
                    <a:pt x="115062" y="690372"/>
                  </a:lnTo>
                  <a:lnTo>
                    <a:pt x="70294" y="681323"/>
                  </a:lnTo>
                  <a:lnTo>
                    <a:pt x="33718" y="656653"/>
                  </a:lnTo>
                  <a:lnTo>
                    <a:pt x="9048" y="620077"/>
                  </a:lnTo>
                  <a:lnTo>
                    <a:pt x="0" y="575310"/>
                  </a:lnTo>
                  <a:lnTo>
                    <a:pt x="0" y="1150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20206" y="4725612"/>
              <a:ext cx="3409189" cy="653384"/>
            </a:xfrm>
            <a:custGeom>
              <a:avLst/>
              <a:gdLst/>
              <a:ahLst/>
              <a:cxnLst/>
              <a:rect l="l" t="t" r="r" b="b"/>
              <a:pathLst>
                <a:path w="4026534" h="553720">
                  <a:moveTo>
                    <a:pt x="3934206" y="0"/>
                  </a:moveTo>
                  <a:lnTo>
                    <a:pt x="0" y="0"/>
                  </a:lnTo>
                  <a:lnTo>
                    <a:pt x="0" y="553211"/>
                  </a:lnTo>
                  <a:lnTo>
                    <a:pt x="3934206" y="553211"/>
                  </a:lnTo>
                  <a:lnTo>
                    <a:pt x="3970097" y="545967"/>
                  </a:lnTo>
                  <a:lnTo>
                    <a:pt x="3999404" y="526208"/>
                  </a:lnTo>
                  <a:lnTo>
                    <a:pt x="4019163" y="496901"/>
                  </a:lnTo>
                  <a:lnTo>
                    <a:pt x="4026408" y="461009"/>
                  </a:lnTo>
                  <a:lnTo>
                    <a:pt x="4026408" y="92201"/>
                  </a:lnTo>
                  <a:lnTo>
                    <a:pt x="4019163" y="56310"/>
                  </a:lnTo>
                  <a:lnTo>
                    <a:pt x="3999404" y="27003"/>
                  </a:lnTo>
                  <a:lnTo>
                    <a:pt x="3970097" y="7244"/>
                  </a:lnTo>
                  <a:lnTo>
                    <a:pt x="3934206" y="0"/>
                  </a:lnTo>
                  <a:close/>
                </a:path>
              </a:pathLst>
            </a:custGeom>
            <a:solidFill>
              <a:srgbClr val="DCE4E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6192012" y="4747259"/>
              <a:ext cx="3437384" cy="622300"/>
            </a:xfrm>
            <a:custGeom>
              <a:avLst/>
              <a:gdLst/>
              <a:ahLst/>
              <a:cxnLst/>
              <a:rect l="l" t="t" r="r" b="b"/>
              <a:pathLst>
                <a:path w="4026534" h="553720">
                  <a:moveTo>
                    <a:pt x="4026408" y="92201"/>
                  </a:moveTo>
                  <a:lnTo>
                    <a:pt x="4026408" y="461009"/>
                  </a:lnTo>
                  <a:lnTo>
                    <a:pt x="4019163" y="496901"/>
                  </a:lnTo>
                  <a:lnTo>
                    <a:pt x="3999404" y="526208"/>
                  </a:lnTo>
                  <a:lnTo>
                    <a:pt x="3970097" y="545967"/>
                  </a:lnTo>
                  <a:lnTo>
                    <a:pt x="3934206" y="553211"/>
                  </a:lnTo>
                  <a:lnTo>
                    <a:pt x="0" y="553211"/>
                  </a:lnTo>
                  <a:lnTo>
                    <a:pt x="0" y="0"/>
                  </a:lnTo>
                  <a:lnTo>
                    <a:pt x="3934206" y="0"/>
                  </a:lnTo>
                  <a:lnTo>
                    <a:pt x="3970097" y="7244"/>
                  </a:lnTo>
                  <a:lnTo>
                    <a:pt x="3999404" y="27003"/>
                  </a:lnTo>
                  <a:lnTo>
                    <a:pt x="4019163" y="56310"/>
                  </a:lnTo>
                  <a:lnTo>
                    <a:pt x="4026408" y="92201"/>
                  </a:lnTo>
                  <a:close/>
                </a:path>
              </a:pathLst>
            </a:custGeom>
            <a:ln w="12700">
              <a:solidFill>
                <a:srgbClr val="DCE4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98361" y="4778400"/>
            <a:ext cx="3964304" cy="653384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5811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158115" algn="l"/>
              </a:tabLst>
            </a:pPr>
            <a:r>
              <a:rPr sz="2000" spc="65" dirty="0">
                <a:latin typeface="Tahoma"/>
                <a:cs typeface="Tahoma"/>
              </a:rPr>
              <a:t>AWS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(Amazon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60" dirty="0">
                <a:latin typeface="Tahoma"/>
                <a:cs typeface="Tahoma"/>
              </a:rPr>
              <a:t>Web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Service)</a:t>
            </a:r>
            <a:endParaRPr sz="2000" dirty="0">
              <a:latin typeface="Tahoma"/>
              <a:cs typeface="Tahoma"/>
            </a:endParaRPr>
          </a:p>
          <a:p>
            <a:pPr marL="158115" indent="-114935">
              <a:lnSpc>
                <a:spcPct val="100000"/>
              </a:lnSpc>
              <a:spcBef>
                <a:spcPts val="95"/>
              </a:spcBef>
              <a:buChar char="•"/>
              <a:tabLst>
                <a:tab pos="158115" algn="l"/>
              </a:tabLst>
            </a:pPr>
            <a:r>
              <a:rPr sz="2000" dirty="0">
                <a:latin typeface="Tahoma"/>
                <a:cs typeface="Tahoma"/>
              </a:rPr>
              <a:t>Digital</a:t>
            </a:r>
            <a:r>
              <a:rPr sz="2000" spc="140" dirty="0">
                <a:latin typeface="Tahoma"/>
                <a:cs typeface="Tahoma"/>
              </a:rPr>
              <a:t> </a:t>
            </a:r>
            <a:r>
              <a:rPr sz="2000" spc="45" dirty="0">
                <a:latin typeface="Tahoma"/>
                <a:cs typeface="Tahoma"/>
              </a:rPr>
              <a:t>Ocean</a:t>
            </a:r>
            <a:endParaRPr sz="2000" dirty="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919473" y="4672329"/>
            <a:ext cx="2279015" cy="703580"/>
            <a:chOff x="3919473" y="4672329"/>
            <a:chExt cx="2279015" cy="703580"/>
          </a:xfrm>
        </p:grpSpPr>
        <p:sp>
          <p:nvSpPr>
            <p:cNvPr id="33" name="object 33"/>
            <p:cNvSpPr/>
            <p:nvPr/>
          </p:nvSpPr>
          <p:spPr>
            <a:xfrm>
              <a:off x="3925823" y="4678679"/>
              <a:ext cx="2266315" cy="690880"/>
            </a:xfrm>
            <a:custGeom>
              <a:avLst/>
              <a:gdLst/>
              <a:ahLst/>
              <a:cxnLst/>
              <a:rect l="l" t="t" r="r" b="b"/>
              <a:pathLst>
                <a:path w="2266315" h="690879">
                  <a:moveTo>
                    <a:pt x="2151126" y="0"/>
                  </a:moveTo>
                  <a:lnTo>
                    <a:pt x="115062" y="0"/>
                  </a:lnTo>
                  <a:lnTo>
                    <a:pt x="70294" y="9048"/>
                  </a:lnTo>
                  <a:lnTo>
                    <a:pt x="33718" y="33718"/>
                  </a:lnTo>
                  <a:lnTo>
                    <a:pt x="9048" y="70294"/>
                  </a:lnTo>
                  <a:lnTo>
                    <a:pt x="0" y="115062"/>
                  </a:lnTo>
                  <a:lnTo>
                    <a:pt x="0" y="575310"/>
                  </a:lnTo>
                  <a:lnTo>
                    <a:pt x="9048" y="620077"/>
                  </a:lnTo>
                  <a:lnTo>
                    <a:pt x="33718" y="656653"/>
                  </a:lnTo>
                  <a:lnTo>
                    <a:pt x="70294" y="681323"/>
                  </a:lnTo>
                  <a:lnTo>
                    <a:pt x="115062" y="690372"/>
                  </a:lnTo>
                  <a:lnTo>
                    <a:pt x="2151126" y="690372"/>
                  </a:lnTo>
                  <a:lnTo>
                    <a:pt x="2195893" y="681323"/>
                  </a:lnTo>
                  <a:lnTo>
                    <a:pt x="2232469" y="656653"/>
                  </a:lnTo>
                  <a:lnTo>
                    <a:pt x="2257139" y="620077"/>
                  </a:lnTo>
                  <a:lnTo>
                    <a:pt x="2266188" y="575310"/>
                  </a:lnTo>
                  <a:lnTo>
                    <a:pt x="2266188" y="115062"/>
                  </a:lnTo>
                  <a:lnTo>
                    <a:pt x="2257139" y="70294"/>
                  </a:lnTo>
                  <a:lnTo>
                    <a:pt x="2232469" y="33718"/>
                  </a:lnTo>
                  <a:lnTo>
                    <a:pt x="2195893" y="9048"/>
                  </a:lnTo>
                  <a:lnTo>
                    <a:pt x="2151126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25823" y="4678679"/>
              <a:ext cx="2266315" cy="690880"/>
            </a:xfrm>
            <a:custGeom>
              <a:avLst/>
              <a:gdLst/>
              <a:ahLst/>
              <a:cxnLst/>
              <a:rect l="l" t="t" r="r" b="b"/>
              <a:pathLst>
                <a:path w="2266315" h="690879">
                  <a:moveTo>
                    <a:pt x="0" y="115062"/>
                  </a:moveTo>
                  <a:lnTo>
                    <a:pt x="9048" y="70294"/>
                  </a:lnTo>
                  <a:lnTo>
                    <a:pt x="33718" y="33718"/>
                  </a:lnTo>
                  <a:lnTo>
                    <a:pt x="70294" y="9048"/>
                  </a:lnTo>
                  <a:lnTo>
                    <a:pt x="115062" y="0"/>
                  </a:lnTo>
                  <a:lnTo>
                    <a:pt x="2151126" y="0"/>
                  </a:lnTo>
                  <a:lnTo>
                    <a:pt x="2195893" y="9048"/>
                  </a:lnTo>
                  <a:lnTo>
                    <a:pt x="2232469" y="33718"/>
                  </a:lnTo>
                  <a:lnTo>
                    <a:pt x="2257139" y="70294"/>
                  </a:lnTo>
                  <a:lnTo>
                    <a:pt x="2266188" y="115062"/>
                  </a:lnTo>
                  <a:lnTo>
                    <a:pt x="2266188" y="575310"/>
                  </a:lnTo>
                  <a:lnTo>
                    <a:pt x="2257139" y="620077"/>
                  </a:lnTo>
                  <a:lnTo>
                    <a:pt x="2232469" y="656653"/>
                  </a:lnTo>
                  <a:lnTo>
                    <a:pt x="2195893" y="681323"/>
                  </a:lnTo>
                  <a:lnTo>
                    <a:pt x="2151126" y="690372"/>
                  </a:lnTo>
                  <a:lnTo>
                    <a:pt x="115062" y="690372"/>
                  </a:lnTo>
                  <a:lnTo>
                    <a:pt x="70294" y="681323"/>
                  </a:lnTo>
                  <a:lnTo>
                    <a:pt x="33718" y="656653"/>
                  </a:lnTo>
                  <a:lnTo>
                    <a:pt x="9048" y="620077"/>
                  </a:lnTo>
                  <a:lnTo>
                    <a:pt x="0" y="575310"/>
                  </a:lnTo>
                  <a:lnTo>
                    <a:pt x="0" y="1150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998151" y="1971998"/>
            <a:ext cx="1961514" cy="32336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algn="ctr">
              <a:lnSpc>
                <a:spcPct val="100000"/>
              </a:lnSpc>
              <a:spcBef>
                <a:spcPts val="100"/>
              </a:spcBef>
            </a:pPr>
            <a:r>
              <a:rPr sz="2700" spc="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" marR="5080" indent="9525" algn="ctr">
              <a:lnSpc>
                <a:spcPct val="166100"/>
              </a:lnSpc>
              <a:spcBef>
                <a:spcPts val="30"/>
              </a:spcBef>
            </a:pPr>
            <a:r>
              <a:rPr sz="2700" spc="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sz="2700" spc="19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sz="2700" spc="-26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1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</a:t>
            </a:r>
            <a:r>
              <a:rPr sz="27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445" algn="ctr">
              <a:lnSpc>
                <a:spcPct val="100000"/>
              </a:lnSpc>
              <a:spcBef>
                <a:spcPts val="2470"/>
              </a:spcBef>
            </a:pPr>
            <a:r>
              <a:rPr sz="2700" spc="1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sz="2700" spc="-1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103375" y="5548625"/>
            <a:ext cx="1821426" cy="521089"/>
          </a:xfrm>
          <a:custGeom>
            <a:avLst/>
            <a:gdLst/>
            <a:ahLst/>
            <a:cxnLst/>
            <a:rect l="l" t="t" r="r" b="b"/>
            <a:pathLst>
              <a:path w="3979545" h="521335">
                <a:moveTo>
                  <a:pt x="3892296" y="0"/>
                </a:moveTo>
                <a:lnTo>
                  <a:pt x="0" y="0"/>
                </a:lnTo>
                <a:lnTo>
                  <a:pt x="0" y="521208"/>
                </a:lnTo>
                <a:lnTo>
                  <a:pt x="3892296" y="521208"/>
                </a:lnTo>
                <a:lnTo>
                  <a:pt x="3926121" y="514382"/>
                </a:lnTo>
                <a:lnTo>
                  <a:pt x="3953732" y="495766"/>
                </a:lnTo>
                <a:lnTo>
                  <a:pt x="3972341" y="468154"/>
                </a:lnTo>
                <a:lnTo>
                  <a:pt x="3979163" y="434340"/>
                </a:lnTo>
                <a:lnTo>
                  <a:pt x="3979163" y="86868"/>
                </a:lnTo>
                <a:lnTo>
                  <a:pt x="3972341" y="53053"/>
                </a:lnTo>
                <a:lnTo>
                  <a:pt x="3953732" y="25441"/>
                </a:lnTo>
                <a:lnTo>
                  <a:pt x="3926121" y="6825"/>
                </a:lnTo>
                <a:lnTo>
                  <a:pt x="3892296" y="0"/>
                </a:lnTo>
                <a:close/>
              </a:path>
            </a:pathLst>
          </a:custGeom>
          <a:solidFill>
            <a:srgbClr val="DCE4ED">
              <a:alpha val="90194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/>
          <p:cNvSpPr txBox="1"/>
          <p:nvPr/>
        </p:nvSpPr>
        <p:spPr>
          <a:xfrm>
            <a:off x="6218300" y="5712297"/>
            <a:ext cx="404799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067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320675" algn="l"/>
              </a:tabLst>
            </a:pPr>
            <a:r>
              <a:rPr sz="2000" spc="-20" dirty="0">
                <a:latin typeface="Tahoma"/>
                <a:cs typeface="Tahoma"/>
              </a:rPr>
              <a:t>Paytm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API</a:t>
            </a:r>
            <a:endParaRPr sz="2000" dirty="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942588" y="5486400"/>
            <a:ext cx="2239010" cy="652780"/>
            <a:chOff x="3942588" y="5486400"/>
            <a:chExt cx="2239010" cy="652780"/>
          </a:xfrm>
        </p:grpSpPr>
        <p:sp>
          <p:nvSpPr>
            <p:cNvPr id="41" name="object 41"/>
            <p:cNvSpPr/>
            <p:nvPr/>
          </p:nvSpPr>
          <p:spPr>
            <a:xfrm>
              <a:off x="3942588" y="5486400"/>
              <a:ext cx="2239010" cy="652780"/>
            </a:xfrm>
            <a:custGeom>
              <a:avLst/>
              <a:gdLst/>
              <a:ahLst/>
              <a:cxnLst/>
              <a:rect l="l" t="t" r="r" b="b"/>
              <a:pathLst>
                <a:path w="2239010" h="652779">
                  <a:moveTo>
                    <a:pt x="2130044" y="0"/>
                  </a:moveTo>
                  <a:lnTo>
                    <a:pt x="108712" y="0"/>
                  </a:lnTo>
                  <a:lnTo>
                    <a:pt x="66383" y="8538"/>
                  </a:lnTo>
                  <a:lnTo>
                    <a:pt x="31829" y="31829"/>
                  </a:lnTo>
                  <a:lnTo>
                    <a:pt x="8538" y="66383"/>
                  </a:lnTo>
                  <a:lnTo>
                    <a:pt x="0" y="108712"/>
                  </a:lnTo>
                  <a:lnTo>
                    <a:pt x="0" y="543560"/>
                  </a:lnTo>
                  <a:lnTo>
                    <a:pt x="8538" y="585872"/>
                  </a:lnTo>
                  <a:lnTo>
                    <a:pt x="31829" y="620428"/>
                  </a:lnTo>
                  <a:lnTo>
                    <a:pt x="66383" y="643727"/>
                  </a:lnTo>
                  <a:lnTo>
                    <a:pt x="108712" y="652272"/>
                  </a:lnTo>
                  <a:lnTo>
                    <a:pt x="2130044" y="652272"/>
                  </a:lnTo>
                  <a:lnTo>
                    <a:pt x="2172372" y="643727"/>
                  </a:lnTo>
                  <a:lnTo>
                    <a:pt x="2206926" y="620428"/>
                  </a:lnTo>
                  <a:lnTo>
                    <a:pt x="2230217" y="585872"/>
                  </a:lnTo>
                  <a:lnTo>
                    <a:pt x="2238756" y="543560"/>
                  </a:lnTo>
                  <a:lnTo>
                    <a:pt x="2238756" y="108712"/>
                  </a:lnTo>
                  <a:lnTo>
                    <a:pt x="2230217" y="66383"/>
                  </a:lnTo>
                  <a:lnTo>
                    <a:pt x="2206926" y="31829"/>
                  </a:lnTo>
                  <a:lnTo>
                    <a:pt x="2172372" y="8538"/>
                  </a:lnTo>
                  <a:lnTo>
                    <a:pt x="2130044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42"/>
            <p:cNvSpPr/>
            <p:nvPr/>
          </p:nvSpPr>
          <p:spPr>
            <a:xfrm>
              <a:off x="3942588" y="5486400"/>
              <a:ext cx="2239010" cy="652780"/>
            </a:xfrm>
            <a:custGeom>
              <a:avLst/>
              <a:gdLst/>
              <a:ahLst/>
              <a:cxnLst/>
              <a:rect l="l" t="t" r="r" b="b"/>
              <a:pathLst>
                <a:path w="2239010" h="652779">
                  <a:moveTo>
                    <a:pt x="0" y="108712"/>
                  </a:moveTo>
                  <a:lnTo>
                    <a:pt x="8538" y="66383"/>
                  </a:lnTo>
                  <a:lnTo>
                    <a:pt x="31829" y="31829"/>
                  </a:lnTo>
                  <a:lnTo>
                    <a:pt x="66383" y="8538"/>
                  </a:lnTo>
                  <a:lnTo>
                    <a:pt x="108712" y="0"/>
                  </a:lnTo>
                  <a:lnTo>
                    <a:pt x="2130044" y="0"/>
                  </a:lnTo>
                  <a:lnTo>
                    <a:pt x="2172372" y="8538"/>
                  </a:lnTo>
                  <a:lnTo>
                    <a:pt x="2206926" y="31829"/>
                  </a:lnTo>
                  <a:lnTo>
                    <a:pt x="2230217" y="66383"/>
                  </a:lnTo>
                  <a:lnTo>
                    <a:pt x="2238756" y="108712"/>
                  </a:lnTo>
                  <a:lnTo>
                    <a:pt x="2238756" y="543560"/>
                  </a:lnTo>
                  <a:lnTo>
                    <a:pt x="2230217" y="585872"/>
                  </a:lnTo>
                  <a:lnTo>
                    <a:pt x="2206926" y="620428"/>
                  </a:lnTo>
                  <a:lnTo>
                    <a:pt x="2172372" y="643727"/>
                  </a:lnTo>
                  <a:lnTo>
                    <a:pt x="2130044" y="652272"/>
                  </a:lnTo>
                  <a:lnTo>
                    <a:pt x="108712" y="652272"/>
                  </a:lnTo>
                  <a:lnTo>
                    <a:pt x="66383" y="643727"/>
                  </a:lnTo>
                  <a:lnTo>
                    <a:pt x="31829" y="620428"/>
                  </a:lnTo>
                  <a:lnTo>
                    <a:pt x="8538" y="585872"/>
                  </a:lnTo>
                  <a:lnTo>
                    <a:pt x="0" y="543560"/>
                  </a:lnTo>
                  <a:lnTo>
                    <a:pt x="0" y="1087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099750" y="5605119"/>
            <a:ext cx="195072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3359" y="1142999"/>
            <a:ext cx="11826088" cy="5329411"/>
            <a:chOff x="970134" y="1336531"/>
            <a:chExt cx="9967612" cy="509779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4685" y="1336531"/>
              <a:ext cx="4791455" cy="23911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4685" y="4043170"/>
              <a:ext cx="4791455" cy="239115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0134" y="1837943"/>
              <a:ext cx="2171700" cy="3581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98991" y="1837943"/>
              <a:ext cx="2238755" cy="35814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95400" y="218281"/>
            <a:ext cx="1036445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u="sng" dirty="0">
                <a:latin typeface="Constantia" panose="02030602050306030303" pitchFamily="18" charset="0"/>
              </a:rPr>
              <a:t>Services</a:t>
            </a:r>
            <a:r>
              <a:rPr lang="en-IN" sz="3200" b="1" u="sng" dirty="0">
                <a:latin typeface="Constantia" panose="02030602050306030303" pitchFamily="18" charset="0"/>
              </a:rPr>
              <a:t> </a:t>
            </a:r>
            <a:r>
              <a:rPr sz="3200" b="1" u="sng" spc="-290" dirty="0">
                <a:latin typeface="Constantia" panose="02030602050306030303" pitchFamily="18" charset="0"/>
              </a:rPr>
              <a:t> </a:t>
            </a:r>
            <a:r>
              <a:rPr sz="3200" b="1" u="sng" dirty="0">
                <a:latin typeface="Constantia" panose="02030602050306030303" pitchFamily="18" charset="0"/>
              </a:rPr>
              <a:t>provided</a:t>
            </a:r>
            <a:r>
              <a:rPr lang="en-IN" sz="3200" b="1" u="sng" dirty="0">
                <a:latin typeface="Constantia" panose="02030602050306030303" pitchFamily="18" charset="0"/>
              </a:rPr>
              <a:t> </a:t>
            </a:r>
            <a:r>
              <a:rPr sz="3200" b="1" u="sng" spc="-180" dirty="0">
                <a:latin typeface="Constantia" panose="02030602050306030303" pitchFamily="18" charset="0"/>
              </a:rPr>
              <a:t> </a:t>
            </a:r>
            <a:r>
              <a:rPr sz="3200" b="1" u="sng" dirty="0">
                <a:latin typeface="Constantia" panose="02030602050306030303" pitchFamily="18" charset="0"/>
              </a:rPr>
              <a:t>by</a:t>
            </a:r>
            <a:r>
              <a:rPr lang="en-IN" sz="3200" b="1" u="sng" dirty="0">
                <a:latin typeface="Constantia" panose="02030602050306030303" pitchFamily="18" charset="0"/>
              </a:rPr>
              <a:t> </a:t>
            </a:r>
            <a:r>
              <a:rPr sz="3200" b="1" u="sng" spc="-254" dirty="0">
                <a:latin typeface="Constantia" panose="02030602050306030303" pitchFamily="18" charset="0"/>
              </a:rPr>
              <a:t> </a:t>
            </a:r>
            <a:r>
              <a:rPr sz="3200" b="1" u="sng" spc="-10" dirty="0">
                <a:latin typeface="Constantia" panose="02030602050306030303" pitchFamily="18" charset="0"/>
              </a:rPr>
              <a:t>NAARI</a:t>
            </a:r>
            <a:endParaRPr sz="3200" b="1" u="sng" dirty="0">
              <a:latin typeface="Constantia" panose="0203060205030603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4695" y="237743"/>
            <a:ext cx="11722735" cy="6383020"/>
          </a:xfrm>
          <a:custGeom>
            <a:avLst/>
            <a:gdLst/>
            <a:ahLst/>
            <a:cxnLst/>
            <a:rect l="l" t="t" r="r" b="b"/>
            <a:pathLst>
              <a:path w="11722735" h="6383020">
                <a:moveTo>
                  <a:pt x="11722608" y="0"/>
                </a:moveTo>
                <a:lnTo>
                  <a:pt x="0" y="0"/>
                </a:lnTo>
                <a:lnTo>
                  <a:pt x="0" y="6382511"/>
                </a:lnTo>
                <a:lnTo>
                  <a:pt x="11722608" y="6382511"/>
                </a:lnTo>
                <a:lnTo>
                  <a:pt x="11722608" y="0"/>
                </a:lnTo>
                <a:close/>
              </a:path>
            </a:pathLst>
          </a:custGeom>
          <a:solidFill>
            <a:srgbClr val="BEBEBE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71856" y="374904"/>
            <a:ext cx="11448415" cy="6108700"/>
          </a:xfrm>
          <a:custGeom>
            <a:avLst/>
            <a:gdLst/>
            <a:ahLst/>
            <a:cxnLst/>
            <a:rect l="l" t="t" r="r" b="b"/>
            <a:pathLst>
              <a:path w="11448415" h="6108700">
                <a:moveTo>
                  <a:pt x="0" y="6108192"/>
                </a:moveTo>
                <a:lnTo>
                  <a:pt x="11448288" y="6108192"/>
                </a:lnTo>
                <a:lnTo>
                  <a:pt x="11448288" y="0"/>
                </a:lnTo>
                <a:lnTo>
                  <a:pt x="0" y="0"/>
                </a:lnTo>
                <a:lnTo>
                  <a:pt x="0" y="6108192"/>
                </a:lnTo>
                <a:close/>
              </a:path>
            </a:pathLst>
          </a:custGeom>
          <a:ln w="6350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46388" y="548471"/>
            <a:ext cx="2716021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800" b="1" u="sng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r>
              <a:rPr sz="2800" b="1" u="sng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u="sng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b="1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NAARI</a:t>
            </a:r>
            <a:endParaRPr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6676" y="548471"/>
            <a:ext cx="5209032" cy="5695950"/>
            <a:chOff x="632459" y="618744"/>
            <a:chExt cx="5270500" cy="56959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459" y="618744"/>
              <a:ext cx="2845307" cy="55824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6471" y="618744"/>
              <a:ext cx="2125979" cy="4305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14445" y="5754560"/>
              <a:ext cx="2181225" cy="553720"/>
            </a:xfrm>
            <a:custGeom>
              <a:avLst/>
              <a:gdLst/>
              <a:ahLst/>
              <a:cxnLst/>
              <a:rect l="l" t="t" r="r" b="b"/>
              <a:pathLst>
                <a:path w="2181225" h="553720">
                  <a:moveTo>
                    <a:pt x="0" y="0"/>
                  </a:moveTo>
                  <a:lnTo>
                    <a:pt x="756157" y="231711"/>
                  </a:lnTo>
                  <a:lnTo>
                    <a:pt x="471169" y="231711"/>
                  </a:lnTo>
                  <a:lnTo>
                    <a:pt x="471169" y="553275"/>
                  </a:lnTo>
                  <a:lnTo>
                    <a:pt x="2181098" y="553275"/>
                  </a:lnTo>
                  <a:lnTo>
                    <a:pt x="2181098" y="231711"/>
                  </a:lnTo>
                  <a:lnTo>
                    <a:pt x="1183639" y="231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14445" y="5754560"/>
              <a:ext cx="2181225" cy="553720"/>
            </a:xfrm>
            <a:custGeom>
              <a:avLst/>
              <a:gdLst/>
              <a:ahLst/>
              <a:cxnLst/>
              <a:rect l="l" t="t" r="r" b="b"/>
              <a:pathLst>
                <a:path w="2181225" h="553720">
                  <a:moveTo>
                    <a:pt x="471169" y="231711"/>
                  </a:moveTo>
                  <a:lnTo>
                    <a:pt x="756157" y="231711"/>
                  </a:lnTo>
                  <a:lnTo>
                    <a:pt x="0" y="0"/>
                  </a:lnTo>
                  <a:lnTo>
                    <a:pt x="1183639" y="231711"/>
                  </a:lnTo>
                  <a:lnTo>
                    <a:pt x="2181098" y="231711"/>
                  </a:lnTo>
                  <a:lnTo>
                    <a:pt x="2181098" y="285305"/>
                  </a:lnTo>
                  <a:lnTo>
                    <a:pt x="2181098" y="365696"/>
                  </a:lnTo>
                  <a:lnTo>
                    <a:pt x="2181098" y="553275"/>
                  </a:lnTo>
                  <a:lnTo>
                    <a:pt x="1183639" y="553275"/>
                  </a:lnTo>
                  <a:lnTo>
                    <a:pt x="756157" y="553275"/>
                  </a:lnTo>
                  <a:lnTo>
                    <a:pt x="471169" y="553275"/>
                  </a:lnTo>
                  <a:lnTo>
                    <a:pt x="471169" y="365696"/>
                  </a:lnTo>
                  <a:lnTo>
                    <a:pt x="471169" y="285305"/>
                  </a:lnTo>
                  <a:lnTo>
                    <a:pt x="471169" y="231711"/>
                  </a:lnTo>
                  <a:close/>
                </a:path>
              </a:pathLst>
            </a:custGeom>
            <a:ln w="12700">
              <a:solidFill>
                <a:srgbClr val="D7B1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103720" y="5901786"/>
            <a:ext cx="121970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latin typeface="Tahoma"/>
                <a:cs typeface="Tahoma"/>
              </a:rPr>
              <a:t>Chat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spc="25" dirty="0">
                <a:latin typeface="Tahoma"/>
                <a:cs typeface="Tahoma"/>
              </a:rPr>
              <a:t>Bot</a:t>
            </a:r>
            <a:endParaRPr sz="1800" dirty="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28741" y="543813"/>
            <a:ext cx="3180715" cy="410845"/>
            <a:chOff x="5428741" y="543813"/>
            <a:chExt cx="3180715" cy="410845"/>
          </a:xfrm>
        </p:grpSpPr>
        <p:sp>
          <p:nvSpPr>
            <p:cNvPr id="12" name="object 12"/>
            <p:cNvSpPr/>
            <p:nvPr/>
          </p:nvSpPr>
          <p:spPr>
            <a:xfrm>
              <a:off x="5435091" y="550163"/>
              <a:ext cx="3168015" cy="398145"/>
            </a:xfrm>
            <a:custGeom>
              <a:avLst/>
              <a:gdLst/>
              <a:ahLst/>
              <a:cxnLst/>
              <a:rect l="l" t="t" r="r" b="b"/>
              <a:pathLst>
                <a:path w="3168015" h="398144">
                  <a:moveTo>
                    <a:pt x="3167888" y="0"/>
                  </a:moveTo>
                  <a:lnTo>
                    <a:pt x="1163828" y="0"/>
                  </a:lnTo>
                  <a:lnTo>
                    <a:pt x="1163828" y="66294"/>
                  </a:lnTo>
                  <a:lnTo>
                    <a:pt x="0" y="180086"/>
                  </a:lnTo>
                  <a:lnTo>
                    <a:pt x="1163828" y="165735"/>
                  </a:lnTo>
                  <a:lnTo>
                    <a:pt x="1163828" y="397763"/>
                  </a:lnTo>
                  <a:lnTo>
                    <a:pt x="3167888" y="397763"/>
                  </a:lnTo>
                  <a:lnTo>
                    <a:pt x="3167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35091" y="550163"/>
              <a:ext cx="3168015" cy="398145"/>
            </a:xfrm>
            <a:custGeom>
              <a:avLst/>
              <a:gdLst/>
              <a:ahLst/>
              <a:cxnLst/>
              <a:rect l="l" t="t" r="r" b="b"/>
              <a:pathLst>
                <a:path w="3168015" h="398144">
                  <a:moveTo>
                    <a:pt x="1163828" y="0"/>
                  </a:moveTo>
                  <a:lnTo>
                    <a:pt x="1497838" y="0"/>
                  </a:lnTo>
                  <a:lnTo>
                    <a:pt x="1998853" y="0"/>
                  </a:lnTo>
                  <a:lnTo>
                    <a:pt x="3167888" y="0"/>
                  </a:lnTo>
                  <a:lnTo>
                    <a:pt x="3167888" y="66294"/>
                  </a:lnTo>
                  <a:lnTo>
                    <a:pt x="3167888" y="165735"/>
                  </a:lnTo>
                  <a:lnTo>
                    <a:pt x="3167888" y="397763"/>
                  </a:lnTo>
                  <a:lnTo>
                    <a:pt x="1998853" y="397763"/>
                  </a:lnTo>
                  <a:lnTo>
                    <a:pt x="1497838" y="397763"/>
                  </a:lnTo>
                  <a:lnTo>
                    <a:pt x="1163828" y="397763"/>
                  </a:lnTo>
                  <a:lnTo>
                    <a:pt x="1163828" y="165735"/>
                  </a:lnTo>
                  <a:lnTo>
                    <a:pt x="0" y="180086"/>
                  </a:lnTo>
                  <a:lnTo>
                    <a:pt x="1163828" y="66294"/>
                  </a:lnTo>
                  <a:lnTo>
                    <a:pt x="1163828" y="0"/>
                  </a:lnTo>
                  <a:close/>
                </a:path>
              </a:pathLst>
            </a:custGeom>
            <a:ln w="12700">
              <a:solidFill>
                <a:srgbClr val="D7B1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19061" y="588645"/>
            <a:ext cx="17646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latin typeface="Tahoma"/>
                <a:cs typeface="Tahoma"/>
              </a:rPr>
              <a:t>Language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Select</a:t>
            </a:r>
            <a:endParaRPr sz="1800" dirty="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92569" y="1208277"/>
            <a:ext cx="1663700" cy="750570"/>
            <a:chOff x="6592569" y="1208277"/>
            <a:chExt cx="1663700" cy="750570"/>
          </a:xfrm>
        </p:grpSpPr>
        <p:sp>
          <p:nvSpPr>
            <p:cNvPr id="16" name="object 16"/>
            <p:cNvSpPr/>
            <p:nvPr/>
          </p:nvSpPr>
          <p:spPr>
            <a:xfrm>
              <a:off x="6598919" y="1214627"/>
              <a:ext cx="1651000" cy="737870"/>
            </a:xfrm>
            <a:custGeom>
              <a:avLst/>
              <a:gdLst/>
              <a:ahLst/>
              <a:cxnLst/>
              <a:rect l="l" t="t" r="r" b="b"/>
              <a:pathLst>
                <a:path w="1651000" h="737869">
                  <a:moveTo>
                    <a:pt x="825246" y="0"/>
                  </a:moveTo>
                  <a:lnTo>
                    <a:pt x="0" y="368808"/>
                  </a:lnTo>
                  <a:lnTo>
                    <a:pt x="825246" y="737616"/>
                  </a:lnTo>
                  <a:lnTo>
                    <a:pt x="1650491" y="368808"/>
                  </a:lnTo>
                  <a:lnTo>
                    <a:pt x="8252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98919" y="1214627"/>
              <a:ext cx="1651000" cy="737870"/>
            </a:xfrm>
            <a:custGeom>
              <a:avLst/>
              <a:gdLst/>
              <a:ahLst/>
              <a:cxnLst/>
              <a:rect l="l" t="t" r="r" b="b"/>
              <a:pathLst>
                <a:path w="1651000" h="737869">
                  <a:moveTo>
                    <a:pt x="0" y="368808"/>
                  </a:moveTo>
                  <a:lnTo>
                    <a:pt x="825246" y="0"/>
                  </a:lnTo>
                  <a:lnTo>
                    <a:pt x="1650491" y="368808"/>
                  </a:lnTo>
                  <a:lnTo>
                    <a:pt x="825246" y="737616"/>
                  </a:lnTo>
                  <a:lnTo>
                    <a:pt x="0" y="368808"/>
                  </a:lnTo>
                  <a:close/>
                </a:path>
              </a:pathLst>
            </a:custGeom>
            <a:ln w="12700">
              <a:solidFill>
                <a:srgbClr val="D7B1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114413" y="1380871"/>
            <a:ext cx="620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384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ahoma"/>
                <a:cs typeface="Tahoma"/>
              </a:rPr>
              <a:t>Is </a:t>
            </a:r>
            <a:r>
              <a:rPr sz="1200" spc="-10" dirty="0">
                <a:latin typeface="Tahoma"/>
                <a:cs typeface="Tahoma"/>
              </a:rPr>
              <a:t>member</a:t>
            </a:r>
            <a:endParaRPr sz="1200" dirty="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74464" y="1476755"/>
            <a:ext cx="7085075" cy="4831080"/>
            <a:chOff x="4474464" y="1476755"/>
            <a:chExt cx="7085075" cy="4831080"/>
          </a:xfrm>
        </p:grpSpPr>
        <p:sp>
          <p:nvSpPr>
            <p:cNvPr id="20" name="object 20"/>
            <p:cNvSpPr/>
            <p:nvPr/>
          </p:nvSpPr>
          <p:spPr>
            <a:xfrm>
              <a:off x="4474464" y="1476755"/>
              <a:ext cx="2124710" cy="208915"/>
            </a:xfrm>
            <a:custGeom>
              <a:avLst/>
              <a:gdLst/>
              <a:ahLst/>
              <a:cxnLst/>
              <a:rect l="l" t="t" r="r" b="b"/>
              <a:pathLst>
                <a:path w="2124709" h="208914">
                  <a:moveTo>
                    <a:pt x="2020062" y="0"/>
                  </a:moveTo>
                  <a:lnTo>
                    <a:pt x="2020062" y="52197"/>
                  </a:lnTo>
                  <a:lnTo>
                    <a:pt x="0" y="52197"/>
                  </a:lnTo>
                  <a:lnTo>
                    <a:pt x="0" y="156591"/>
                  </a:lnTo>
                  <a:lnTo>
                    <a:pt x="2020062" y="156591"/>
                  </a:lnTo>
                  <a:lnTo>
                    <a:pt x="2020062" y="208788"/>
                  </a:lnTo>
                  <a:lnTo>
                    <a:pt x="2124456" y="104394"/>
                  </a:lnTo>
                  <a:lnTo>
                    <a:pt x="2020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4464" y="1476755"/>
              <a:ext cx="2124710" cy="208915"/>
            </a:xfrm>
            <a:custGeom>
              <a:avLst/>
              <a:gdLst/>
              <a:ahLst/>
              <a:cxnLst/>
              <a:rect l="l" t="t" r="r" b="b"/>
              <a:pathLst>
                <a:path w="2124709" h="208914">
                  <a:moveTo>
                    <a:pt x="0" y="52197"/>
                  </a:moveTo>
                  <a:lnTo>
                    <a:pt x="2020062" y="52197"/>
                  </a:lnTo>
                  <a:lnTo>
                    <a:pt x="2020062" y="0"/>
                  </a:lnTo>
                  <a:lnTo>
                    <a:pt x="2124456" y="104394"/>
                  </a:lnTo>
                  <a:lnTo>
                    <a:pt x="2020062" y="208788"/>
                  </a:lnTo>
                  <a:lnTo>
                    <a:pt x="2020062" y="156591"/>
                  </a:lnTo>
                  <a:lnTo>
                    <a:pt x="0" y="156591"/>
                  </a:lnTo>
                  <a:lnTo>
                    <a:pt x="0" y="52197"/>
                  </a:lnTo>
                  <a:close/>
                </a:path>
              </a:pathLst>
            </a:custGeom>
            <a:ln w="12700">
              <a:solidFill>
                <a:srgbClr val="D7B1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50252" y="1952243"/>
              <a:ext cx="203200" cy="1022985"/>
            </a:xfrm>
            <a:custGeom>
              <a:avLst/>
              <a:gdLst/>
              <a:ahLst/>
              <a:cxnLst/>
              <a:rect l="l" t="t" r="r" b="b"/>
              <a:pathLst>
                <a:path w="203200" h="1022985">
                  <a:moveTo>
                    <a:pt x="152019" y="0"/>
                  </a:moveTo>
                  <a:lnTo>
                    <a:pt x="50673" y="0"/>
                  </a:lnTo>
                  <a:lnTo>
                    <a:pt x="50673" y="921257"/>
                  </a:lnTo>
                  <a:lnTo>
                    <a:pt x="0" y="921257"/>
                  </a:lnTo>
                  <a:lnTo>
                    <a:pt x="101346" y="1022603"/>
                  </a:lnTo>
                  <a:lnTo>
                    <a:pt x="202692" y="921257"/>
                  </a:lnTo>
                  <a:lnTo>
                    <a:pt x="152019" y="921257"/>
                  </a:lnTo>
                  <a:lnTo>
                    <a:pt x="152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50252" y="1952243"/>
              <a:ext cx="203200" cy="1022985"/>
            </a:xfrm>
            <a:custGeom>
              <a:avLst/>
              <a:gdLst/>
              <a:ahLst/>
              <a:cxnLst/>
              <a:rect l="l" t="t" r="r" b="b"/>
              <a:pathLst>
                <a:path w="203200" h="1022985">
                  <a:moveTo>
                    <a:pt x="202692" y="921257"/>
                  </a:moveTo>
                  <a:lnTo>
                    <a:pt x="101346" y="1022603"/>
                  </a:lnTo>
                  <a:lnTo>
                    <a:pt x="0" y="921257"/>
                  </a:lnTo>
                  <a:lnTo>
                    <a:pt x="50673" y="921257"/>
                  </a:lnTo>
                  <a:lnTo>
                    <a:pt x="50673" y="0"/>
                  </a:lnTo>
                  <a:lnTo>
                    <a:pt x="152019" y="0"/>
                  </a:lnTo>
                  <a:lnTo>
                    <a:pt x="152019" y="921257"/>
                  </a:lnTo>
                  <a:lnTo>
                    <a:pt x="202692" y="921257"/>
                  </a:lnTo>
                  <a:close/>
                </a:path>
              </a:pathLst>
            </a:custGeom>
            <a:ln w="12700">
              <a:solidFill>
                <a:srgbClr val="D7B1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2616" y="2974847"/>
              <a:ext cx="2295143" cy="333298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214360" y="1546859"/>
              <a:ext cx="2295525" cy="1377950"/>
            </a:xfrm>
            <a:custGeom>
              <a:avLst/>
              <a:gdLst/>
              <a:ahLst/>
              <a:cxnLst/>
              <a:rect l="l" t="t" r="r" b="b"/>
              <a:pathLst>
                <a:path w="2295525" h="1377950">
                  <a:moveTo>
                    <a:pt x="2229358" y="0"/>
                  </a:moveTo>
                  <a:lnTo>
                    <a:pt x="0" y="0"/>
                  </a:lnTo>
                  <a:lnTo>
                    <a:pt x="0" y="94361"/>
                  </a:lnTo>
                  <a:lnTo>
                    <a:pt x="2135124" y="94361"/>
                  </a:lnTo>
                  <a:lnTo>
                    <a:pt x="2135124" y="1207262"/>
                  </a:lnTo>
                  <a:lnTo>
                    <a:pt x="2069338" y="1207262"/>
                  </a:lnTo>
                  <a:lnTo>
                    <a:pt x="2182241" y="1377695"/>
                  </a:lnTo>
                  <a:lnTo>
                    <a:pt x="2295144" y="1207262"/>
                  </a:lnTo>
                  <a:lnTo>
                    <a:pt x="2229358" y="1207262"/>
                  </a:lnTo>
                  <a:lnTo>
                    <a:pt x="2229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214360" y="1546859"/>
              <a:ext cx="2295525" cy="1377950"/>
            </a:xfrm>
            <a:custGeom>
              <a:avLst/>
              <a:gdLst/>
              <a:ahLst/>
              <a:cxnLst/>
              <a:rect l="l" t="t" r="r" b="b"/>
              <a:pathLst>
                <a:path w="2295525" h="1377950">
                  <a:moveTo>
                    <a:pt x="0" y="94361"/>
                  </a:moveTo>
                  <a:lnTo>
                    <a:pt x="2135124" y="94361"/>
                  </a:lnTo>
                  <a:lnTo>
                    <a:pt x="2135124" y="1207262"/>
                  </a:lnTo>
                  <a:lnTo>
                    <a:pt x="2069338" y="1207262"/>
                  </a:lnTo>
                  <a:lnTo>
                    <a:pt x="2182241" y="1377695"/>
                  </a:lnTo>
                  <a:lnTo>
                    <a:pt x="2295144" y="1207262"/>
                  </a:lnTo>
                  <a:lnTo>
                    <a:pt x="2229358" y="1207262"/>
                  </a:lnTo>
                  <a:lnTo>
                    <a:pt x="2229358" y="0"/>
                  </a:lnTo>
                  <a:lnTo>
                    <a:pt x="0" y="0"/>
                  </a:lnTo>
                  <a:lnTo>
                    <a:pt x="0" y="94361"/>
                  </a:lnTo>
                  <a:close/>
                </a:path>
              </a:pathLst>
            </a:custGeom>
            <a:ln w="12700">
              <a:solidFill>
                <a:srgbClr val="D7B1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58884" y="2924809"/>
              <a:ext cx="2200655" cy="3383026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540497" y="1691385"/>
            <a:ext cx="1554480" cy="938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spc="120" dirty="0">
                <a:latin typeface="Tahoma"/>
                <a:cs typeface="Tahoma"/>
              </a:rPr>
              <a:t>No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ahoma"/>
                <a:cs typeface="Tahoma"/>
              </a:rPr>
              <a:t>Yes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56313"/>
            <a:ext cx="9677400" cy="582261"/>
          </a:xfrm>
          <a:prstGeom prst="rect">
            <a:avLst/>
          </a:prstGeom>
        </p:spPr>
        <p:txBody>
          <a:bodyPr vert="horz" wrap="square" lIns="0" tIns="195630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sz="25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sz="25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Signup</a:t>
            </a:r>
            <a:r>
              <a:rPr sz="25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</a:t>
            </a:r>
            <a:r>
              <a:rPr sz="25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25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5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0850" y="1555750"/>
            <a:ext cx="2195830" cy="2101850"/>
            <a:chOff x="450850" y="1555750"/>
            <a:chExt cx="2195830" cy="2023110"/>
          </a:xfrm>
        </p:grpSpPr>
        <p:sp>
          <p:nvSpPr>
            <p:cNvPr id="4" name="object 4"/>
            <p:cNvSpPr/>
            <p:nvPr/>
          </p:nvSpPr>
          <p:spPr>
            <a:xfrm>
              <a:off x="457200" y="1562100"/>
              <a:ext cx="2183130" cy="2010410"/>
            </a:xfrm>
            <a:custGeom>
              <a:avLst/>
              <a:gdLst/>
              <a:ahLst/>
              <a:cxnLst/>
              <a:rect l="l" t="t" r="r" b="b"/>
              <a:pathLst>
                <a:path w="2183130" h="2010410">
                  <a:moveTo>
                    <a:pt x="1690370" y="1143000"/>
                  </a:moveTo>
                  <a:lnTo>
                    <a:pt x="1183258" y="1143000"/>
                  </a:lnTo>
                  <a:lnTo>
                    <a:pt x="2182749" y="2009902"/>
                  </a:lnTo>
                  <a:lnTo>
                    <a:pt x="1690370" y="1143000"/>
                  </a:lnTo>
                  <a:close/>
                </a:path>
                <a:path w="2183130" h="2010410">
                  <a:moveTo>
                    <a:pt x="1837944" y="0"/>
                  </a:moveTo>
                  <a:lnTo>
                    <a:pt x="190500" y="0"/>
                  </a:lnTo>
                  <a:lnTo>
                    <a:pt x="146821" y="5034"/>
                  </a:lnTo>
                  <a:lnTo>
                    <a:pt x="106724" y="19372"/>
                  </a:lnTo>
                  <a:lnTo>
                    <a:pt x="71353" y="41867"/>
                  </a:lnTo>
                  <a:lnTo>
                    <a:pt x="41851" y="71374"/>
                  </a:lnTo>
                  <a:lnTo>
                    <a:pt x="19363" y="106746"/>
                  </a:lnTo>
                  <a:lnTo>
                    <a:pt x="5031" y="146837"/>
                  </a:lnTo>
                  <a:lnTo>
                    <a:pt x="0" y="190500"/>
                  </a:lnTo>
                  <a:lnTo>
                    <a:pt x="0" y="952500"/>
                  </a:lnTo>
                  <a:lnTo>
                    <a:pt x="5031" y="996162"/>
                  </a:lnTo>
                  <a:lnTo>
                    <a:pt x="19363" y="1036253"/>
                  </a:lnTo>
                  <a:lnTo>
                    <a:pt x="41851" y="1071625"/>
                  </a:lnTo>
                  <a:lnTo>
                    <a:pt x="71353" y="1101132"/>
                  </a:lnTo>
                  <a:lnTo>
                    <a:pt x="106724" y="1123627"/>
                  </a:lnTo>
                  <a:lnTo>
                    <a:pt x="146821" y="1137965"/>
                  </a:lnTo>
                  <a:lnTo>
                    <a:pt x="190500" y="1143000"/>
                  </a:lnTo>
                  <a:lnTo>
                    <a:pt x="1837944" y="1143000"/>
                  </a:lnTo>
                  <a:lnTo>
                    <a:pt x="1881606" y="1137965"/>
                  </a:lnTo>
                  <a:lnTo>
                    <a:pt x="1921697" y="1123627"/>
                  </a:lnTo>
                  <a:lnTo>
                    <a:pt x="1957069" y="1101132"/>
                  </a:lnTo>
                  <a:lnTo>
                    <a:pt x="1986576" y="1071625"/>
                  </a:lnTo>
                  <a:lnTo>
                    <a:pt x="2009071" y="1036253"/>
                  </a:lnTo>
                  <a:lnTo>
                    <a:pt x="2023409" y="996162"/>
                  </a:lnTo>
                  <a:lnTo>
                    <a:pt x="2028444" y="952500"/>
                  </a:lnTo>
                  <a:lnTo>
                    <a:pt x="2028444" y="190500"/>
                  </a:lnTo>
                  <a:lnTo>
                    <a:pt x="2023409" y="146837"/>
                  </a:lnTo>
                  <a:lnTo>
                    <a:pt x="2009071" y="106746"/>
                  </a:lnTo>
                  <a:lnTo>
                    <a:pt x="1986576" y="71374"/>
                  </a:lnTo>
                  <a:lnTo>
                    <a:pt x="1957069" y="41867"/>
                  </a:lnTo>
                  <a:lnTo>
                    <a:pt x="1921697" y="19372"/>
                  </a:lnTo>
                  <a:lnTo>
                    <a:pt x="1881606" y="5034"/>
                  </a:lnTo>
                  <a:lnTo>
                    <a:pt x="18379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1562100"/>
              <a:ext cx="2183130" cy="2010410"/>
            </a:xfrm>
            <a:custGeom>
              <a:avLst/>
              <a:gdLst/>
              <a:ahLst/>
              <a:cxnLst/>
              <a:rect l="l" t="t" r="r" b="b"/>
              <a:pathLst>
                <a:path w="2183130" h="2010410">
                  <a:moveTo>
                    <a:pt x="0" y="190500"/>
                  </a:moveTo>
                  <a:lnTo>
                    <a:pt x="5031" y="146837"/>
                  </a:lnTo>
                  <a:lnTo>
                    <a:pt x="19363" y="106746"/>
                  </a:lnTo>
                  <a:lnTo>
                    <a:pt x="41851" y="71374"/>
                  </a:lnTo>
                  <a:lnTo>
                    <a:pt x="71353" y="41867"/>
                  </a:lnTo>
                  <a:lnTo>
                    <a:pt x="106724" y="19372"/>
                  </a:lnTo>
                  <a:lnTo>
                    <a:pt x="146821" y="5034"/>
                  </a:lnTo>
                  <a:lnTo>
                    <a:pt x="190500" y="0"/>
                  </a:lnTo>
                  <a:lnTo>
                    <a:pt x="1183258" y="0"/>
                  </a:lnTo>
                  <a:lnTo>
                    <a:pt x="1690370" y="0"/>
                  </a:lnTo>
                  <a:lnTo>
                    <a:pt x="1837944" y="0"/>
                  </a:lnTo>
                  <a:lnTo>
                    <a:pt x="1881606" y="5034"/>
                  </a:lnTo>
                  <a:lnTo>
                    <a:pt x="1921697" y="19372"/>
                  </a:lnTo>
                  <a:lnTo>
                    <a:pt x="1957069" y="41867"/>
                  </a:lnTo>
                  <a:lnTo>
                    <a:pt x="1986576" y="71374"/>
                  </a:lnTo>
                  <a:lnTo>
                    <a:pt x="2009071" y="106746"/>
                  </a:lnTo>
                  <a:lnTo>
                    <a:pt x="2023409" y="146837"/>
                  </a:lnTo>
                  <a:lnTo>
                    <a:pt x="2028444" y="190500"/>
                  </a:lnTo>
                  <a:lnTo>
                    <a:pt x="2028444" y="666750"/>
                  </a:lnTo>
                  <a:lnTo>
                    <a:pt x="2028444" y="952500"/>
                  </a:lnTo>
                  <a:lnTo>
                    <a:pt x="2023409" y="996162"/>
                  </a:lnTo>
                  <a:lnTo>
                    <a:pt x="2009071" y="1036253"/>
                  </a:lnTo>
                  <a:lnTo>
                    <a:pt x="1986576" y="1071625"/>
                  </a:lnTo>
                  <a:lnTo>
                    <a:pt x="1957069" y="1101132"/>
                  </a:lnTo>
                  <a:lnTo>
                    <a:pt x="1921697" y="1123627"/>
                  </a:lnTo>
                  <a:lnTo>
                    <a:pt x="1881606" y="1137965"/>
                  </a:lnTo>
                  <a:lnTo>
                    <a:pt x="1837944" y="1143000"/>
                  </a:lnTo>
                  <a:lnTo>
                    <a:pt x="1690370" y="1143000"/>
                  </a:lnTo>
                  <a:lnTo>
                    <a:pt x="2182749" y="2009902"/>
                  </a:lnTo>
                  <a:lnTo>
                    <a:pt x="1183258" y="1143000"/>
                  </a:lnTo>
                  <a:lnTo>
                    <a:pt x="190500" y="1143000"/>
                  </a:lnTo>
                  <a:lnTo>
                    <a:pt x="146821" y="1137965"/>
                  </a:lnTo>
                  <a:lnTo>
                    <a:pt x="106724" y="1123627"/>
                  </a:lnTo>
                  <a:lnTo>
                    <a:pt x="71353" y="1101132"/>
                  </a:lnTo>
                  <a:lnTo>
                    <a:pt x="41851" y="1071625"/>
                  </a:lnTo>
                  <a:lnTo>
                    <a:pt x="19363" y="1036253"/>
                  </a:lnTo>
                  <a:lnTo>
                    <a:pt x="5031" y="996162"/>
                  </a:lnTo>
                  <a:lnTo>
                    <a:pt x="0" y="952500"/>
                  </a:lnTo>
                  <a:lnTo>
                    <a:pt x="0" y="666750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1979" y="1828800"/>
            <a:ext cx="1760220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5080" indent="-26034" algn="just">
              <a:spcBef>
                <a:spcPts val="105"/>
              </a:spcBef>
            </a:pPr>
            <a:r>
              <a:rPr sz="1400" dirty="0">
                <a:solidFill>
                  <a:srgbClr val="0D0D0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Webpage opens with various types of jobs and qualification in it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568814" y="280415"/>
            <a:ext cx="2318385" cy="3508878"/>
            <a:chOff x="9568815" y="280415"/>
            <a:chExt cx="2207260" cy="3500120"/>
          </a:xfrm>
        </p:grpSpPr>
        <p:sp>
          <p:nvSpPr>
            <p:cNvPr id="8" name="object 8"/>
            <p:cNvSpPr/>
            <p:nvPr/>
          </p:nvSpPr>
          <p:spPr>
            <a:xfrm>
              <a:off x="9568815" y="280415"/>
              <a:ext cx="2207260" cy="3500120"/>
            </a:xfrm>
            <a:custGeom>
              <a:avLst/>
              <a:gdLst/>
              <a:ahLst/>
              <a:cxnLst/>
              <a:rect l="l" t="t" r="r" b="b"/>
              <a:pathLst>
                <a:path w="2207259" h="3500120">
                  <a:moveTo>
                    <a:pt x="2207132" y="0"/>
                  </a:moveTo>
                  <a:lnTo>
                    <a:pt x="492632" y="0"/>
                  </a:lnTo>
                  <a:lnTo>
                    <a:pt x="492632" y="1019555"/>
                  </a:lnTo>
                  <a:lnTo>
                    <a:pt x="778382" y="1019555"/>
                  </a:lnTo>
                  <a:lnTo>
                    <a:pt x="0" y="3499738"/>
                  </a:lnTo>
                  <a:lnTo>
                    <a:pt x="1207007" y="1019555"/>
                  </a:lnTo>
                  <a:lnTo>
                    <a:pt x="2207132" y="1019555"/>
                  </a:lnTo>
                  <a:lnTo>
                    <a:pt x="22071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9568815" y="280415"/>
              <a:ext cx="2207260" cy="3500120"/>
            </a:xfrm>
            <a:custGeom>
              <a:avLst/>
              <a:gdLst/>
              <a:ahLst/>
              <a:cxnLst/>
              <a:rect l="l" t="t" r="r" b="b"/>
              <a:pathLst>
                <a:path w="2207259" h="3500120">
                  <a:moveTo>
                    <a:pt x="492632" y="0"/>
                  </a:moveTo>
                  <a:lnTo>
                    <a:pt x="778382" y="0"/>
                  </a:lnTo>
                  <a:lnTo>
                    <a:pt x="1207007" y="0"/>
                  </a:lnTo>
                  <a:lnTo>
                    <a:pt x="2207132" y="0"/>
                  </a:lnTo>
                  <a:lnTo>
                    <a:pt x="2207132" y="594740"/>
                  </a:lnTo>
                  <a:lnTo>
                    <a:pt x="2207132" y="849629"/>
                  </a:lnTo>
                  <a:lnTo>
                    <a:pt x="2207132" y="1019555"/>
                  </a:lnTo>
                  <a:lnTo>
                    <a:pt x="1207007" y="1019555"/>
                  </a:lnTo>
                  <a:lnTo>
                    <a:pt x="0" y="3499738"/>
                  </a:lnTo>
                  <a:lnTo>
                    <a:pt x="778382" y="1019555"/>
                  </a:lnTo>
                  <a:lnTo>
                    <a:pt x="492632" y="1019555"/>
                  </a:lnTo>
                  <a:lnTo>
                    <a:pt x="492632" y="849629"/>
                  </a:lnTo>
                  <a:lnTo>
                    <a:pt x="492632" y="594740"/>
                  </a:lnTo>
                  <a:lnTo>
                    <a:pt x="492632" y="0"/>
                  </a:lnTo>
                  <a:close/>
                </a:path>
              </a:pathLst>
            </a:custGeom>
            <a:ln w="1270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223368" y="455772"/>
            <a:ext cx="1534160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Webpage of Various Courses of education Opens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7844664" y="3789293"/>
            <a:ext cx="3931412" cy="1301276"/>
            <a:chOff x="7864729" y="3766058"/>
            <a:chExt cx="3838575" cy="1126490"/>
          </a:xfrm>
        </p:grpSpPr>
        <p:sp>
          <p:nvSpPr>
            <p:cNvPr id="12" name="object 12"/>
            <p:cNvSpPr/>
            <p:nvPr/>
          </p:nvSpPr>
          <p:spPr>
            <a:xfrm>
              <a:off x="7871079" y="3772408"/>
              <a:ext cx="3825875" cy="1113790"/>
            </a:xfrm>
            <a:custGeom>
              <a:avLst/>
              <a:gdLst/>
              <a:ahLst/>
              <a:cxnLst/>
              <a:rect l="l" t="t" r="r" b="b"/>
              <a:pathLst>
                <a:path w="3825875" h="1113789">
                  <a:moveTo>
                    <a:pt x="0" y="0"/>
                  </a:moveTo>
                  <a:lnTo>
                    <a:pt x="2268093" y="581025"/>
                  </a:lnTo>
                  <a:lnTo>
                    <a:pt x="2268093" y="961390"/>
                  </a:lnTo>
                  <a:lnTo>
                    <a:pt x="2275845" y="1009497"/>
                  </a:lnTo>
                  <a:lnTo>
                    <a:pt x="2297435" y="1051265"/>
                  </a:lnTo>
                  <a:lnTo>
                    <a:pt x="2330363" y="1084193"/>
                  </a:lnTo>
                  <a:lnTo>
                    <a:pt x="2372131" y="1105783"/>
                  </a:lnTo>
                  <a:lnTo>
                    <a:pt x="2420239" y="1113536"/>
                  </a:lnTo>
                  <a:lnTo>
                    <a:pt x="3673475" y="1113536"/>
                  </a:lnTo>
                  <a:lnTo>
                    <a:pt x="3721582" y="1105783"/>
                  </a:lnTo>
                  <a:lnTo>
                    <a:pt x="3763350" y="1084193"/>
                  </a:lnTo>
                  <a:lnTo>
                    <a:pt x="3796278" y="1051265"/>
                  </a:lnTo>
                  <a:lnTo>
                    <a:pt x="3817868" y="1009497"/>
                  </a:lnTo>
                  <a:lnTo>
                    <a:pt x="3825621" y="961390"/>
                  </a:lnTo>
                  <a:lnTo>
                    <a:pt x="3825621" y="352806"/>
                  </a:lnTo>
                  <a:lnTo>
                    <a:pt x="2268093" y="352806"/>
                  </a:lnTo>
                  <a:lnTo>
                    <a:pt x="0" y="0"/>
                  </a:lnTo>
                  <a:close/>
                </a:path>
                <a:path w="3825875" h="1113789">
                  <a:moveTo>
                    <a:pt x="3673475" y="200660"/>
                  </a:moveTo>
                  <a:lnTo>
                    <a:pt x="2420239" y="200660"/>
                  </a:lnTo>
                  <a:lnTo>
                    <a:pt x="2372131" y="208412"/>
                  </a:lnTo>
                  <a:lnTo>
                    <a:pt x="2330363" y="230002"/>
                  </a:lnTo>
                  <a:lnTo>
                    <a:pt x="2297435" y="262930"/>
                  </a:lnTo>
                  <a:lnTo>
                    <a:pt x="2275845" y="304698"/>
                  </a:lnTo>
                  <a:lnTo>
                    <a:pt x="2268093" y="352806"/>
                  </a:lnTo>
                  <a:lnTo>
                    <a:pt x="3825621" y="352806"/>
                  </a:lnTo>
                  <a:lnTo>
                    <a:pt x="3817868" y="304698"/>
                  </a:lnTo>
                  <a:lnTo>
                    <a:pt x="3796278" y="262930"/>
                  </a:lnTo>
                  <a:lnTo>
                    <a:pt x="3763350" y="230002"/>
                  </a:lnTo>
                  <a:lnTo>
                    <a:pt x="3721582" y="208412"/>
                  </a:lnTo>
                  <a:lnTo>
                    <a:pt x="3673475" y="2006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71079" y="3772408"/>
              <a:ext cx="3825875" cy="1113790"/>
            </a:xfrm>
            <a:custGeom>
              <a:avLst/>
              <a:gdLst/>
              <a:ahLst/>
              <a:cxnLst/>
              <a:rect l="l" t="t" r="r" b="b"/>
              <a:pathLst>
                <a:path w="3825875" h="1113789">
                  <a:moveTo>
                    <a:pt x="2268093" y="352806"/>
                  </a:moveTo>
                  <a:lnTo>
                    <a:pt x="2275845" y="304698"/>
                  </a:lnTo>
                  <a:lnTo>
                    <a:pt x="2297435" y="262930"/>
                  </a:lnTo>
                  <a:lnTo>
                    <a:pt x="2330363" y="230002"/>
                  </a:lnTo>
                  <a:lnTo>
                    <a:pt x="2372131" y="208412"/>
                  </a:lnTo>
                  <a:lnTo>
                    <a:pt x="2420239" y="200660"/>
                  </a:lnTo>
                  <a:lnTo>
                    <a:pt x="2527680" y="200660"/>
                  </a:lnTo>
                  <a:lnTo>
                    <a:pt x="2917063" y="200660"/>
                  </a:lnTo>
                  <a:lnTo>
                    <a:pt x="3673475" y="200660"/>
                  </a:lnTo>
                  <a:lnTo>
                    <a:pt x="3721582" y="208412"/>
                  </a:lnTo>
                  <a:lnTo>
                    <a:pt x="3763350" y="230002"/>
                  </a:lnTo>
                  <a:lnTo>
                    <a:pt x="3796278" y="262930"/>
                  </a:lnTo>
                  <a:lnTo>
                    <a:pt x="3817868" y="304698"/>
                  </a:lnTo>
                  <a:lnTo>
                    <a:pt x="3825621" y="352806"/>
                  </a:lnTo>
                  <a:lnTo>
                    <a:pt x="3825621" y="581025"/>
                  </a:lnTo>
                  <a:lnTo>
                    <a:pt x="3825621" y="961390"/>
                  </a:lnTo>
                  <a:lnTo>
                    <a:pt x="3817868" y="1009497"/>
                  </a:lnTo>
                  <a:lnTo>
                    <a:pt x="3796278" y="1051265"/>
                  </a:lnTo>
                  <a:lnTo>
                    <a:pt x="3763350" y="1084193"/>
                  </a:lnTo>
                  <a:lnTo>
                    <a:pt x="3721582" y="1105783"/>
                  </a:lnTo>
                  <a:lnTo>
                    <a:pt x="3673475" y="1113536"/>
                  </a:lnTo>
                  <a:lnTo>
                    <a:pt x="2917063" y="1113536"/>
                  </a:lnTo>
                  <a:lnTo>
                    <a:pt x="2527680" y="1113536"/>
                  </a:lnTo>
                  <a:lnTo>
                    <a:pt x="2420239" y="1113536"/>
                  </a:lnTo>
                  <a:lnTo>
                    <a:pt x="2372131" y="1105783"/>
                  </a:lnTo>
                  <a:lnTo>
                    <a:pt x="2330363" y="1084193"/>
                  </a:lnTo>
                  <a:lnTo>
                    <a:pt x="2297435" y="1051265"/>
                  </a:lnTo>
                  <a:lnTo>
                    <a:pt x="2275845" y="1009497"/>
                  </a:lnTo>
                  <a:lnTo>
                    <a:pt x="2268093" y="961390"/>
                  </a:lnTo>
                  <a:lnTo>
                    <a:pt x="2268093" y="581025"/>
                  </a:lnTo>
                  <a:lnTo>
                    <a:pt x="0" y="0"/>
                  </a:lnTo>
                  <a:lnTo>
                    <a:pt x="2268093" y="35280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351955" y="4114800"/>
            <a:ext cx="127698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Webpage opens that will help to open ur bank account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8474211-6A83-A1A3-9B24-624FF1C76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915" y="1115568"/>
            <a:ext cx="7326886" cy="50386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1" y="88073"/>
            <a:ext cx="2247360" cy="517320"/>
          </a:xfrm>
          <a:prstGeom prst="rect">
            <a:avLst/>
          </a:prstGeom>
        </p:spPr>
        <p:txBody>
          <a:bodyPr vert="horz" wrap="square" lIns="0" tIns="55117" rIns="0" bIns="0" rtlCol="0">
            <a:spAutoFit/>
          </a:bodyPr>
          <a:lstStyle/>
          <a:p>
            <a:pPr marL="145415" algn="l">
              <a:lnSpc>
                <a:spcPct val="100000"/>
              </a:lnSpc>
              <a:spcBef>
                <a:spcPts val="100"/>
              </a:spcBef>
            </a:pPr>
            <a:r>
              <a:rPr sz="3000" b="1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Gullak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99760" y="228600"/>
            <a:ext cx="9563639" cy="6553200"/>
            <a:chOff x="1806775" y="571500"/>
            <a:chExt cx="10156562" cy="5890348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6775" y="571500"/>
              <a:ext cx="5093896" cy="33634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2091" y="4110228"/>
              <a:ext cx="8941246" cy="23516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091172" y="2919983"/>
              <a:ext cx="2298700" cy="1142365"/>
            </a:xfrm>
            <a:custGeom>
              <a:avLst/>
              <a:gdLst/>
              <a:ahLst/>
              <a:cxnLst/>
              <a:rect l="l" t="t" r="r" b="b"/>
              <a:pathLst>
                <a:path w="2298700" h="1142364">
                  <a:moveTo>
                    <a:pt x="957579" y="1014983"/>
                  </a:moveTo>
                  <a:lnTo>
                    <a:pt x="383031" y="1014983"/>
                  </a:lnTo>
                  <a:lnTo>
                    <a:pt x="670305" y="1141857"/>
                  </a:lnTo>
                  <a:lnTo>
                    <a:pt x="957579" y="1014983"/>
                  </a:lnTo>
                  <a:close/>
                </a:path>
                <a:path w="2298700" h="1142364">
                  <a:moveTo>
                    <a:pt x="2129028" y="0"/>
                  </a:moveTo>
                  <a:lnTo>
                    <a:pt x="169163" y="0"/>
                  </a:lnTo>
                  <a:lnTo>
                    <a:pt x="124177" y="6039"/>
                  </a:lnTo>
                  <a:lnTo>
                    <a:pt x="83763" y="23085"/>
                  </a:lnTo>
                  <a:lnTo>
                    <a:pt x="49529" y="49530"/>
                  </a:lnTo>
                  <a:lnTo>
                    <a:pt x="23085" y="83763"/>
                  </a:lnTo>
                  <a:lnTo>
                    <a:pt x="6039" y="124177"/>
                  </a:lnTo>
                  <a:lnTo>
                    <a:pt x="0" y="169163"/>
                  </a:lnTo>
                  <a:lnTo>
                    <a:pt x="0" y="845819"/>
                  </a:lnTo>
                  <a:lnTo>
                    <a:pt x="6039" y="890806"/>
                  </a:lnTo>
                  <a:lnTo>
                    <a:pt x="23085" y="931220"/>
                  </a:lnTo>
                  <a:lnTo>
                    <a:pt x="49529" y="965453"/>
                  </a:lnTo>
                  <a:lnTo>
                    <a:pt x="83763" y="991898"/>
                  </a:lnTo>
                  <a:lnTo>
                    <a:pt x="124177" y="1008944"/>
                  </a:lnTo>
                  <a:lnTo>
                    <a:pt x="169163" y="1014983"/>
                  </a:lnTo>
                  <a:lnTo>
                    <a:pt x="2129028" y="1014983"/>
                  </a:lnTo>
                  <a:lnTo>
                    <a:pt x="2174014" y="1008944"/>
                  </a:lnTo>
                  <a:lnTo>
                    <a:pt x="2214428" y="991898"/>
                  </a:lnTo>
                  <a:lnTo>
                    <a:pt x="2248662" y="965453"/>
                  </a:lnTo>
                  <a:lnTo>
                    <a:pt x="2275106" y="931220"/>
                  </a:lnTo>
                  <a:lnTo>
                    <a:pt x="2292152" y="890806"/>
                  </a:lnTo>
                  <a:lnTo>
                    <a:pt x="2298192" y="845819"/>
                  </a:lnTo>
                  <a:lnTo>
                    <a:pt x="2298192" y="169163"/>
                  </a:lnTo>
                  <a:lnTo>
                    <a:pt x="2292152" y="124177"/>
                  </a:lnTo>
                  <a:lnTo>
                    <a:pt x="2275106" y="83763"/>
                  </a:lnTo>
                  <a:lnTo>
                    <a:pt x="2248661" y="49530"/>
                  </a:lnTo>
                  <a:lnTo>
                    <a:pt x="2214428" y="23085"/>
                  </a:lnTo>
                  <a:lnTo>
                    <a:pt x="2174014" y="6039"/>
                  </a:lnTo>
                  <a:lnTo>
                    <a:pt x="21290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91172" y="2919983"/>
              <a:ext cx="2298700" cy="1142365"/>
            </a:xfrm>
            <a:custGeom>
              <a:avLst/>
              <a:gdLst/>
              <a:ahLst/>
              <a:cxnLst/>
              <a:rect l="l" t="t" r="r" b="b"/>
              <a:pathLst>
                <a:path w="2298700" h="1142364">
                  <a:moveTo>
                    <a:pt x="0" y="169163"/>
                  </a:moveTo>
                  <a:lnTo>
                    <a:pt x="6039" y="124177"/>
                  </a:lnTo>
                  <a:lnTo>
                    <a:pt x="23085" y="83763"/>
                  </a:lnTo>
                  <a:lnTo>
                    <a:pt x="49529" y="49530"/>
                  </a:lnTo>
                  <a:lnTo>
                    <a:pt x="83763" y="23085"/>
                  </a:lnTo>
                  <a:lnTo>
                    <a:pt x="124177" y="6039"/>
                  </a:lnTo>
                  <a:lnTo>
                    <a:pt x="169163" y="0"/>
                  </a:lnTo>
                  <a:lnTo>
                    <a:pt x="383031" y="0"/>
                  </a:lnTo>
                  <a:lnTo>
                    <a:pt x="957579" y="0"/>
                  </a:lnTo>
                  <a:lnTo>
                    <a:pt x="2129028" y="0"/>
                  </a:lnTo>
                  <a:lnTo>
                    <a:pt x="2174014" y="6039"/>
                  </a:lnTo>
                  <a:lnTo>
                    <a:pt x="2214428" y="23085"/>
                  </a:lnTo>
                  <a:lnTo>
                    <a:pt x="2248661" y="49530"/>
                  </a:lnTo>
                  <a:lnTo>
                    <a:pt x="2275106" y="83763"/>
                  </a:lnTo>
                  <a:lnTo>
                    <a:pt x="2292152" y="124177"/>
                  </a:lnTo>
                  <a:lnTo>
                    <a:pt x="2298192" y="169163"/>
                  </a:lnTo>
                  <a:lnTo>
                    <a:pt x="2298192" y="592074"/>
                  </a:lnTo>
                  <a:lnTo>
                    <a:pt x="2298192" y="845819"/>
                  </a:lnTo>
                  <a:lnTo>
                    <a:pt x="2292152" y="890806"/>
                  </a:lnTo>
                  <a:lnTo>
                    <a:pt x="2275106" y="931220"/>
                  </a:lnTo>
                  <a:lnTo>
                    <a:pt x="2248662" y="965453"/>
                  </a:lnTo>
                  <a:lnTo>
                    <a:pt x="2214428" y="991898"/>
                  </a:lnTo>
                  <a:lnTo>
                    <a:pt x="2174014" y="1008944"/>
                  </a:lnTo>
                  <a:lnTo>
                    <a:pt x="2129028" y="1014983"/>
                  </a:lnTo>
                  <a:lnTo>
                    <a:pt x="957579" y="1014983"/>
                  </a:lnTo>
                  <a:lnTo>
                    <a:pt x="670305" y="1141857"/>
                  </a:lnTo>
                  <a:lnTo>
                    <a:pt x="383031" y="1014983"/>
                  </a:lnTo>
                  <a:lnTo>
                    <a:pt x="169163" y="1014983"/>
                  </a:lnTo>
                  <a:lnTo>
                    <a:pt x="124177" y="1008944"/>
                  </a:lnTo>
                  <a:lnTo>
                    <a:pt x="83763" y="991898"/>
                  </a:lnTo>
                  <a:lnTo>
                    <a:pt x="49529" y="965453"/>
                  </a:lnTo>
                  <a:lnTo>
                    <a:pt x="23085" y="931220"/>
                  </a:lnTo>
                  <a:lnTo>
                    <a:pt x="6039" y="890806"/>
                  </a:lnTo>
                  <a:lnTo>
                    <a:pt x="0" y="845819"/>
                  </a:lnTo>
                  <a:lnTo>
                    <a:pt x="0" y="592074"/>
                  </a:lnTo>
                  <a:lnTo>
                    <a:pt x="0" y="169163"/>
                  </a:lnTo>
                  <a:close/>
                </a:path>
              </a:pathLst>
            </a:custGeom>
            <a:ln w="12699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528276" y="2963985"/>
            <a:ext cx="18592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latin typeface="Tahoma"/>
                <a:cs typeface="Tahoma"/>
              </a:rPr>
              <a:t>Webpage</a:t>
            </a:r>
            <a:r>
              <a:rPr sz="1800" spc="-12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appear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95" dirty="0">
                <a:latin typeface="Tahoma"/>
                <a:cs typeface="Tahoma"/>
              </a:rPr>
              <a:t>add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or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transfer </a:t>
            </a:r>
            <a:r>
              <a:rPr sz="1800" spc="40" dirty="0">
                <a:latin typeface="Tahoma"/>
                <a:cs typeface="Tahoma"/>
              </a:rPr>
              <a:t>money</a:t>
            </a:r>
            <a:endParaRPr sz="1800" dirty="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678168" y="3300984"/>
            <a:ext cx="2118360" cy="809625"/>
            <a:chOff x="6678168" y="3300984"/>
            <a:chExt cx="2118360" cy="809625"/>
          </a:xfrm>
        </p:grpSpPr>
        <p:sp>
          <p:nvSpPr>
            <p:cNvPr id="10" name="object 10"/>
            <p:cNvSpPr/>
            <p:nvPr/>
          </p:nvSpPr>
          <p:spPr>
            <a:xfrm>
              <a:off x="6678168" y="3300984"/>
              <a:ext cx="385445" cy="76200"/>
            </a:xfrm>
            <a:custGeom>
              <a:avLst/>
              <a:gdLst/>
              <a:ahLst/>
              <a:cxnLst/>
              <a:rect l="l" t="t" r="r" b="b"/>
              <a:pathLst>
                <a:path w="385445" h="76200">
                  <a:moveTo>
                    <a:pt x="308736" y="0"/>
                  </a:moveTo>
                  <a:lnTo>
                    <a:pt x="308736" y="76200"/>
                  </a:lnTo>
                  <a:lnTo>
                    <a:pt x="372236" y="44450"/>
                  </a:lnTo>
                  <a:lnTo>
                    <a:pt x="321436" y="44450"/>
                  </a:lnTo>
                  <a:lnTo>
                    <a:pt x="321436" y="31750"/>
                  </a:lnTo>
                  <a:lnTo>
                    <a:pt x="372236" y="31750"/>
                  </a:lnTo>
                  <a:lnTo>
                    <a:pt x="308736" y="0"/>
                  </a:lnTo>
                  <a:close/>
                </a:path>
                <a:path w="385445" h="76200">
                  <a:moveTo>
                    <a:pt x="308736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08736" y="44450"/>
                  </a:lnTo>
                  <a:lnTo>
                    <a:pt x="308736" y="31750"/>
                  </a:lnTo>
                  <a:close/>
                </a:path>
                <a:path w="385445" h="76200">
                  <a:moveTo>
                    <a:pt x="372236" y="31750"/>
                  </a:moveTo>
                  <a:lnTo>
                    <a:pt x="321436" y="31750"/>
                  </a:lnTo>
                  <a:lnTo>
                    <a:pt x="321436" y="44450"/>
                  </a:lnTo>
                  <a:lnTo>
                    <a:pt x="372236" y="44450"/>
                  </a:lnTo>
                  <a:lnTo>
                    <a:pt x="384936" y="38100"/>
                  </a:lnTo>
                  <a:lnTo>
                    <a:pt x="372236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20328" y="3934968"/>
              <a:ext cx="76200" cy="1756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4695" y="237743"/>
            <a:ext cx="11722735" cy="6383020"/>
          </a:xfrm>
          <a:custGeom>
            <a:avLst/>
            <a:gdLst/>
            <a:ahLst/>
            <a:cxnLst/>
            <a:rect l="l" t="t" r="r" b="b"/>
            <a:pathLst>
              <a:path w="11722735" h="6383020">
                <a:moveTo>
                  <a:pt x="11722608" y="0"/>
                </a:moveTo>
                <a:lnTo>
                  <a:pt x="0" y="0"/>
                </a:lnTo>
                <a:lnTo>
                  <a:pt x="0" y="6382511"/>
                </a:lnTo>
                <a:lnTo>
                  <a:pt x="11722608" y="6382511"/>
                </a:lnTo>
                <a:lnTo>
                  <a:pt x="11722608" y="0"/>
                </a:lnTo>
                <a:close/>
              </a:path>
            </a:pathLst>
          </a:custGeom>
          <a:solidFill>
            <a:srgbClr val="BEBEBE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71856" y="374904"/>
            <a:ext cx="11448415" cy="6108700"/>
          </a:xfrm>
          <a:custGeom>
            <a:avLst/>
            <a:gdLst/>
            <a:ahLst/>
            <a:cxnLst/>
            <a:rect l="l" t="t" r="r" b="b"/>
            <a:pathLst>
              <a:path w="11448415" h="6108700">
                <a:moveTo>
                  <a:pt x="0" y="6108192"/>
                </a:moveTo>
                <a:lnTo>
                  <a:pt x="11448288" y="6108192"/>
                </a:lnTo>
                <a:lnTo>
                  <a:pt x="11448288" y="0"/>
                </a:lnTo>
                <a:lnTo>
                  <a:pt x="0" y="0"/>
                </a:lnTo>
                <a:lnTo>
                  <a:pt x="0" y="6108192"/>
                </a:lnTo>
                <a:close/>
              </a:path>
            </a:pathLst>
          </a:custGeom>
          <a:ln w="6350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3400" y="415894"/>
            <a:ext cx="508508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</a:t>
            </a:r>
            <a:r>
              <a:rPr sz="3000" b="1" u="sng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</a:t>
            </a:r>
            <a:r>
              <a:rPr sz="3000" b="1" u="sng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000" b="1" u="sng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</a:t>
            </a:r>
            <a:r>
              <a:rPr sz="3000" b="1" u="sng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u="sng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02894" y="4364482"/>
            <a:ext cx="572135" cy="855980"/>
            <a:chOff x="802894" y="4364482"/>
            <a:chExt cx="572135" cy="855980"/>
          </a:xfrm>
        </p:grpSpPr>
        <p:sp>
          <p:nvSpPr>
            <p:cNvPr id="6" name="object 6"/>
            <p:cNvSpPr/>
            <p:nvPr/>
          </p:nvSpPr>
          <p:spPr>
            <a:xfrm>
              <a:off x="809244" y="4370832"/>
              <a:ext cx="559435" cy="843280"/>
            </a:xfrm>
            <a:custGeom>
              <a:avLst/>
              <a:gdLst/>
              <a:ahLst/>
              <a:cxnLst/>
              <a:rect l="l" t="t" r="r" b="b"/>
              <a:pathLst>
                <a:path w="559435" h="843279">
                  <a:moveTo>
                    <a:pt x="559308" y="0"/>
                  </a:moveTo>
                  <a:lnTo>
                    <a:pt x="279653" y="279654"/>
                  </a:lnTo>
                  <a:lnTo>
                    <a:pt x="0" y="0"/>
                  </a:lnTo>
                  <a:lnTo>
                    <a:pt x="0" y="563118"/>
                  </a:lnTo>
                  <a:lnTo>
                    <a:pt x="279653" y="842772"/>
                  </a:lnTo>
                  <a:lnTo>
                    <a:pt x="559308" y="563118"/>
                  </a:lnTo>
                  <a:lnTo>
                    <a:pt x="559308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9244" y="4370832"/>
              <a:ext cx="559435" cy="843280"/>
            </a:xfrm>
            <a:custGeom>
              <a:avLst/>
              <a:gdLst/>
              <a:ahLst/>
              <a:cxnLst/>
              <a:rect l="l" t="t" r="r" b="b"/>
              <a:pathLst>
                <a:path w="559435" h="843279">
                  <a:moveTo>
                    <a:pt x="559308" y="0"/>
                  </a:moveTo>
                  <a:lnTo>
                    <a:pt x="559308" y="563118"/>
                  </a:lnTo>
                  <a:lnTo>
                    <a:pt x="279653" y="842772"/>
                  </a:lnTo>
                  <a:lnTo>
                    <a:pt x="0" y="563118"/>
                  </a:lnTo>
                  <a:lnTo>
                    <a:pt x="0" y="0"/>
                  </a:lnTo>
                  <a:lnTo>
                    <a:pt x="279653" y="279654"/>
                  </a:lnTo>
                  <a:lnTo>
                    <a:pt x="559308" y="0"/>
                  </a:lnTo>
                  <a:close/>
                </a:path>
              </a:pathLst>
            </a:custGeom>
            <a:ln w="12700">
              <a:solidFill>
                <a:srgbClr val="93B6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79119" y="4717796"/>
            <a:ext cx="21780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30" dirty="0">
                <a:solidFill>
                  <a:srgbClr val="FFFFFF"/>
                </a:solidFill>
                <a:latin typeface="Tahoma"/>
                <a:cs typeface="Tahoma"/>
              </a:rPr>
              <a:t>R-</a:t>
            </a:r>
            <a:r>
              <a:rPr sz="700" spc="-25" dirty="0">
                <a:solidFill>
                  <a:srgbClr val="FFFFFF"/>
                </a:solidFill>
                <a:latin typeface="Tahoma"/>
                <a:cs typeface="Tahoma"/>
              </a:rPr>
              <a:t>&gt;S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71346" y="4364482"/>
            <a:ext cx="3972560" cy="570865"/>
            <a:chOff x="1371346" y="4364482"/>
            <a:chExt cx="3972560" cy="570865"/>
          </a:xfrm>
        </p:grpSpPr>
        <p:sp>
          <p:nvSpPr>
            <p:cNvPr id="10" name="object 10"/>
            <p:cNvSpPr/>
            <p:nvPr/>
          </p:nvSpPr>
          <p:spPr>
            <a:xfrm>
              <a:off x="1377696" y="4370832"/>
              <a:ext cx="3959860" cy="558165"/>
            </a:xfrm>
            <a:custGeom>
              <a:avLst/>
              <a:gdLst/>
              <a:ahLst/>
              <a:cxnLst/>
              <a:rect l="l" t="t" r="r" b="b"/>
              <a:pathLst>
                <a:path w="3959860" h="558164">
                  <a:moveTo>
                    <a:pt x="3866388" y="0"/>
                  </a:moveTo>
                  <a:lnTo>
                    <a:pt x="0" y="0"/>
                  </a:lnTo>
                  <a:lnTo>
                    <a:pt x="0" y="557784"/>
                  </a:lnTo>
                  <a:lnTo>
                    <a:pt x="3866388" y="557784"/>
                  </a:lnTo>
                  <a:lnTo>
                    <a:pt x="3902559" y="550473"/>
                  </a:lnTo>
                  <a:lnTo>
                    <a:pt x="3932110" y="530542"/>
                  </a:lnTo>
                  <a:lnTo>
                    <a:pt x="3952041" y="500991"/>
                  </a:lnTo>
                  <a:lnTo>
                    <a:pt x="3959352" y="464820"/>
                  </a:lnTo>
                  <a:lnTo>
                    <a:pt x="3959352" y="92964"/>
                  </a:lnTo>
                  <a:lnTo>
                    <a:pt x="3952041" y="56792"/>
                  </a:lnTo>
                  <a:lnTo>
                    <a:pt x="3932110" y="27241"/>
                  </a:lnTo>
                  <a:lnTo>
                    <a:pt x="3902559" y="7310"/>
                  </a:lnTo>
                  <a:lnTo>
                    <a:pt x="386638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77696" y="4370832"/>
              <a:ext cx="3959860" cy="558165"/>
            </a:xfrm>
            <a:custGeom>
              <a:avLst/>
              <a:gdLst/>
              <a:ahLst/>
              <a:cxnLst/>
              <a:rect l="l" t="t" r="r" b="b"/>
              <a:pathLst>
                <a:path w="3959860" h="558164">
                  <a:moveTo>
                    <a:pt x="3959352" y="92964"/>
                  </a:moveTo>
                  <a:lnTo>
                    <a:pt x="3959352" y="464820"/>
                  </a:lnTo>
                  <a:lnTo>
                    <a:pt x="3952041" y="500991"/>
                  </a:lnTo>
                  <a:lnTo>
                    <a:pt x="3932110" y="530542"/>
                  </a:lnTo>
                  <a:lnTo>
                    <a:pt x="3902559" y="550473"/>
                  </a:lnTo>
                  <a:lnTo>
                    <a:pt x="3866388" y="557784"/>
                  </a:lnTo>
                  <a:lnTo>
                    <a:pt x="0" y="557784"/>
                  </a:lnTo>
                  <a:lnTo>
                    <a:pt x="0" y="0"/>
                  </a:lnTo>
                  <a:lnTo>
                    <a:pt x="3866388" y="0"/>
                  </a:lnTo>
                  <a:lnTo>
                    <a:pt x="3902559" y="7310"/>
                  </a:lnTo>
                  <a:lnTo>
                    <a:pt x="3932110" y="27241"/>
                  </a:lnTo>
                  <a:lnTo>
                    <a:pt x="3952041" y="56792"/>
                  </a:lnTo>
                  <a:lnTo>
                    <a:pt x="3959352" y="92964"/>
                  </a:lnTo>
                  <a:close/>
                </a:path>
              </a:pathLst>
            </a:custGeom>
            <a:ln w="12700">
              <a:solidFill>
                <a:srgbClr val="93B6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79550" y="4494657"/>
            <a:ext cx="33686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Char char="•"/>
              <a:tabLst>
                <a:tab pos="184150" algn="l"/>
              </a:tabLst>
            </a:pPr>
            <a:r>
              <a:rPr sz="1600" dirty="0">
                <a:latin typeface="Tahoma"/>
                <a:cs typeface="Tahoma"/>
              </a:rPr>
              <a:t>The</a:t>
            </a:r>
            <a:r>
              <a:rPr sz="1600" spc="-9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DIGI</a:t>
            </a:r>
            <a:r>
              <a:rPr sz="1600" spc="-95" dirty="0">
                <a:latin typeface="Tahoma"/>
                <a:cs typeface="Tahoma"/>
              </a:rPr>
              <a:t> </a:t>
            </a:r>
            <a:r>
              <a:rPr sz="1600" spc="50" dirty="0">
                <a:latin typeface="Tahoma"/>
                <a:cs typeface="Tahoma"/>
              </a:rPr>
              <a:t>Cash</a:t>
            </a:r>
            <a:r>
              <a:rPr sz="1600" spc="-90" dirty="0">
                <a:latin typeface="Tahoma"/>
                <a:cs typeface="Tahoma"/>
              </a:rPr>
              <a:t> </a:t>
            </a:r>
            <a:r>
              <a:rPr sz="1600" spc="70" dirty="0">
                <a:latin typeface="Tahoma"/>
                <a:cs typeface="Tahoma"/>
              </a:rPr>
              <a:t>dialog</a:t>
            </a:r>
            <a:r>
              <a:rPr sz="1600" spc="-80" dirty="0">
                <a:latin typeface="Tahoma"/>
                <a:cs typeface="Tahoma"/>
              </a:rPr>
              <a:t> </a:t>
            </a:r>
            <a:r>
              <a:rPr sz="1600" spc="65" dirty="0">
                <a:latin typeface="Tahoma"/>
                <a:cs typeface="Tahoma"/>
              </a:rPr>
              <a:t>box</a:t>
            </a:r>
            <a:r>
              <a:rPr sz="1600" spc="-7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appears</a:t>
            </a:r>
            <a:endParaRPr sz="1600" dirty="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02894" y="5036565"/>
            <a:ext cx="572135" cy="855980"/>
            <a:chOff x="802894" y="5036565"/>
            <a:chExt cx="572135" cy="855980"/>
          </a:xfrm>
        </p:grpSpPr>
        <p:sp>
          <p:nvSpPr>
            <p:cNvPr id="14" name="object 14"/>
            <p:cNvSpPr/>
            <p:nvPr/>
          </p:nvSpPr>
          <p:spPr>
            <a:xfrm>
              <a:off x="809244" y="5042915"/>
              <a:ext cx="559435" cy="843280"/>
            </a:xfrm>
            <a:custGeom>
              <a:avLst/>
              <a:gdLst/>
              <a:ahLst/>
              <a:cxnLst/>
              <a:rect l="l" t="t" r="r" b="b"/>
              <a:pathLst>
                <a:path w="559435" h="843279">
                  <a:moveTo>
                    <a:pt x="559308" y="0"/>
                  </a:moveTo>
                  <a:lnTo>
                    <a:pt x="279653" y="279653"/>
                  </a:lnTo>
                  <a:lnTo>
                    <a:pt x="0" y="0"/>
                  </a:lnTo>
                  <a:lnTo>
                    <a:pt x="0" y="563117"/>
                  </a:lnTo>
                  <a:lnTo>
                    <a:pt x="279653" y="842771"/>
                  </a:lnTo>
                  <a:lnTo>
                    <a:pt x="559308" y="563117"/>
                  </a:lnTo>
                  <a:lnTo>
                    <a:pt x="559308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9244" y="5042915"/>
              <a:ext cx="559435" cy="843280"/>
            </a:xfrm>
            <a:custGeom>
              <a:avLst/>
              <a:gdLst/>
              <a:ahLst/>
              <a:cxnLst/>
              <a:rect l="l" t="t" r="r" b="b"/>
              <a:pathLst>
                <a:path w="559435" h="843279">
                  <a:moveTo>
                    <a:pt x="559308" y="0"/>
                  </a:moveTo>
                  <a:lnTo>
                    <a:pt x="559308" y="563117"/>
                  </a:lnTo>
                  <a:lnTo>
                    <a:pt x="279653" y="842771"/>
                  </a:lnTo>
                  <a:lnTo>
                    <a:pt x="0" y="563117"/>
                  </a:lnTo>
                  <a:lnTo>
                    <a:pt x="0" y="0"/>
                  </a:lnTo>
                  <a:lnTo>
                    <a:pt x="279653" y="279653"/>
                  </a:lnTo>
                  <a:lnTo>
                    <a:pt x="559308" y="0"/>
                  </a:lnTo>
                  <a:close/>
                </a:path>
              </a:pathLst>
            </a:custGeom>
            <a:ln w="12699">
              <a:solidFill>
                <a:srgbClr val="93B6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26719" y="5341365"/>
            <a:ext cx="521970" cy="22923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3675" marR="5080" indent="-181610">
              <a:lnSpc>
                <a:spcPts val="770"/>
              </a:lnSpc>
              <a:spcBef>
                <a:spcPts val="180"/>
              </a:spcBef>
            </a:pPr>
            <a:r>
              <a:rPr sz="700" spc="-10" dirty="0">
                <a:solidFill>
                  <a:srgbClr val="FFFFFF"/>
                </a:solidFill>
                <a:latin typeface="Tahoma"/>
                <a:cs typeface="Tahoma"/>
              </a:rPr>
              <a:t>Shopkeeper </a:t>
            </a:r>
            <a:r>
              <a:rPr sz="700" spc="-2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71346" y="5021326"/>
            <a:ext cx="3972560" cy="570865"/>
            <a:chOff x="1371346" y="5021326"/>
            <a:chExt cx="3972560" cy="570865"/>
          </a:xfrm>
        </p:grpSpPr>
        <p:sp>
          <p:nvSpPr>
            <p:cNvPr id="18" name="object 18"/>
            <p:cNvSpPr/>
            <p:nvPr/>
          </p:nvSpPr>
          <p:spPr>
            <a:xfrm>
              <a:off x="1377696" y="5027676"/>
              <a:ext cx="3959860" cy="558165"/>
            </a:xfrm>
            <a:custGeom>
              <a:avLst/>
              <a:gdLst/>
              <a:ahLst/>
              <a:cxnLst/>
              <a:rect l="l" t="t" r="r" b="b"/>
              <a:pathLst>
                <a:path w="3959860" h="558164">
                  <a:moveTo>
                    <a:pt x="3866388" y="0"/>
                  </a:moveTo>
                  <a:lnTo>
                    <a:pt x="0" y="0"/>
                  </a:lnTo>
                  <a:lnTo>
                    <a:pt x="0" y="557784"/>
                  </a:lnTo>
                  <a:lnTo>
                    <a:pt x="3866388" y="557784"/>
                  </a:lnTo>
                  <a:lnTo>
                    <a:pt x="3902559" y="550473"/>
                  </a:lnTo>
                  <a:lnTo>
                    <a:pt x="3932110" y="530542"/>
                  </a:lnTo>
                  <a:lnTo>
                    <a:pt x="3952041" y="500991"/>
                  </a:lnTo>
                  <a:lnTo>
                    <a:pt x="3959352" y="464820"/>
                  </a:lnTo>
                  <a:lnTo>
                    <a:pt x="3959352" y="92963"/>
                  </a:lnTo>
                  <a:lnTo>
                    <a:pt x="3952041" y="56792"/>
                  </a:lnTo>
                  <a:lnTo>
                    <a:pt x="3932110" y="27241"/>
                  </a:lnTo>
                  <a:lnTo>
                    <a:pt x="3902559" y="7310"/>
                  </a:lnTo>
                  <a:lnTo>
                    <a:pt x="386638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77696" y="5027676"/>
              <a:ext cx="3959860" cy="558165"/>
            </a:xfrm>
            <a:custGeom>
              <a:avLst/>
              <a:gdLst/>
              <a:ahLst/>
              <a:cxnLst/>
              <a:rect l="l" t="t" r="r" b="b"/>
              <a:pathLst>
                <a:path w="3959860" h="558164">
                  <a:moveTo>
                    <a:pt x="3959352" y="92963"/>
                  </a:moveTo>
                  <a:lnTo>
                    <a:pt x="3959352" y="464820"/>
                  </a:lnTo>
                  <a:lnTo>
                    <a:pt x="3952041" y="500991"/>
                  </a:lnTo>
                  <a:lnTo>
                    <a:pt x="3932110" y="530542"/>
                  </a:lnTo>
                  <a:lnTo>
                    <a:pt x="3902559" y="550473"/>
                  </a:lnTo>
                  <a:lnTo>
                    <a:pt x="3866388" y="557784"/>
                  </a:lnTo>
                  <a:lnTo>
                    <a:pt x="0" y="557784"/>
                  </a:lnTo>
                  <a:lnTo>
                    <a:pt x="0" y="0"/>
                  </a:lnTo>
                  <a:lnTo>
                    <a:pt x="3866388" y="0"/>
                  </a:lnTo>
                  <a:lnTo>
                    <a:pt x="3902559" y="7310"/>
                  </a:lnTo>
                  <a:lnTo>
                    <a:pt x="3932110" y="27241"/>
                  </a:lnTo>
                  <a:lnTo>
                    <a:pt x="3952041" y="56792"/>
                  </a:lnTo>
                  <a:lnTo>
                    <a:pt x="3959352" y="92963"/>
                  </a:lnTo>
                  <a:close/>
                </a:path>
              </a:pathLst>
            </a:custGeom>
            <a:ln w="12700">
              <a:solidFill>
                <a:srgbClr val="93B6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84046" y="5041519"/>
            <a:ext cx="3896360" cy="49149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78765" marR="174625" indent="-171450">
              <a:lnSpc>
                <a:spcPts val="1750"/>
              </a:lnSpc>
              <a:spcBef>
                <a:spcPts val="295"/>
              </a:spcBef>
              <a:buChar char="•"/>
              <a:tabLst>
                <a:tab pos="280035" algn="l"/>
              </a:tabLst>
            </a:pPr>
            <a:r>
              <a:rPr sz="1600" spc="-125" dirty="0">
                <a:latin typeface="Tahoma"/>
                <a:cs typeface="Tahoma"/>
              </a:rPr>
              <a:t>If</a:t>
            </a:r>
            <a:r>
              <a:rPr sz="1600" spc="-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you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want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spc="75" dirty="0">
                <a:latin typeface="Tahoma"/>
                <a:cs typeface="Tahoma"/>
              </a:rPr>
              <a:t>become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sender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spc="50" dirty="0">
                <a:latin typeface="Tahoma"/>
                <a:cs typeface="Tahoma"/>
              </a:rPr>
              <a:t>login 	</a:t>
            </a:r>
            <a:r>
              <a:rPr sz="1600" dirty="0">
                <a:latin typeface="Tahoma"/>
                <a:cs typeface="Tahoma"/>
              </a:rPr>
              <a:t>to</a:t>
            </a:r>
            <a:r>
              <a:rPr sz="1600" spc="-75" dirty="0">
                <a:latin typeface="Tahoma"/>
                <a:cs typeface="Tahoma"/>
              </a:rPr>
              <a:t> </a:t>
            </a:r>
            <a:r>
              <a:rPr sz="1600" spc="80" dirty="0">
                <a:latin typeface="Tahoma"/>
                <a:cs typeface="Tahoma"/>
              </a:rPr>
              <a:t>page</a:t>
            </a:r>
            <a:r>
              <a:rPr sz="1600" spc="-55" dirty="0">
                <a:latin typeface="Tahoma"/>
                <a:cs typeface="Tahoma"/>
              </a:rPr>
              <a:t> </a:t>
            </a:r>
            <a:r>
              <a:rPr sz="1600" spc="55" dirty="0">
                <a:latin typeface="Tahoma"/>
                <a:cs typeface="Tahoma"/>
              </a:rPr>
              <a:t>and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start</a:t>
            </a:r>
            <a:r>
              <a:rPr sz="1600" spc="-7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process.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02894" y="5708650"/>
            <a:ext cx="4540885" cy="774446"/>
            <a:chOff x="802894" y="5708650"/>
            <a:chExt cx="4540885" cy="855980"/>
          </a:xfrm>
        </p:grpSpPr>
        <p:sp>
          <p:nvSpPr>
            <p:cNvPr id="22" name="object 22"/>
            <p:cNvSpPr/>
            <p:nvPr/>
          </p:nvSpPr>
          <p:spPr>
            <a:xfrm>
              <a:off x="809244" y="5715000"/>
              <a:ext cx="559435" cy="843280"/>
            </a:xfrm>
            <a:custGeom>
              <a:avLst/>
              <a:gdLst/>
              <a:ahLst/>
              <a:cxnLst/>
              <a:rect l="l" t="t" r="r" b="b"/>
              <a:pathLst>
                <a:path w="559435" h="843279">
                  <a:moveTo>
                    <a:pt x="559308" y="0"/>
                  </a:moveTo>
                  <a:lnTo>
                    <a:pt x="279653" y="279653"/>
                  </a:lnTo>
                  <a:lnTo>
                    <a:pt x="0" y="0"/>
                  </a:lnTo>
                  <a:lnTo>
                    <a:pt x="0" y="563118"/>
                  </a:lnTo>
                  <a:lnTo>
                    <a:pt x="279653" y="842772"/>
                  </a:lnTo>
                  <a:lnTo>
                    <a:pt x="559308" y="563118"/>
                  </a:lnTo>
                  <a:lnTo>
                    <a:pt x="559308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9244" y="5715000"/>
              <a:ext cx="559435" cy="843280"/>
            </a:xfrm>
            <a:custGeom>
              <a:avLst/>
              <a:gdLst/>
              <a:ahLst/>
              <a:cxnLst/>
              <a:rect l="l" t="t" r="r" b="b"/>
              <a:pathLst>
                <a:path w="559435" h="843279">
                  <a:moveTo>
                    <a:pt x="559308" y="0"/>
                  </a:moveTo>
                  <a:lnTo>
                    <a:pt x="559308" y="563118"/>
                  </a:lnTo>
                  <a:lnTo>
                    <a:pt x="279653" y="842772"/>
                  </a:lnTo>
                  <a:lnTo>
                    <a:pt x="0" y="563118"/>
                  </a:lnTo>
                  <a:lnTo>
                    <a:pt x="0" y="0"/>
                  </a:lnTo>
                  <a:lnTo>
                    <a:pt x="279653" y="279653"/>
                  </a:lnTo>
                  <a:lnTo>
                    <a:pt x="559308" y="0"/>
                  </a:lnTo>
                  <a:close/>
                </a:path>
              </a:pathLst>
            </a:custGeom>
            <a:ln w="12700">
              <a:solidFill>
                <a:srgbClr val="93B6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77695" y="5715000"/>
              <a:ext cx="3959860" cy="558165"/>
            </a:xfrm>
            <a:custGeom>
              <a:avLst/>
              <a:gdLst/>
              <a:ahLst/>
              <a:cxnLst/>
              <a:rect l="l" t="t" r="r" b="b"/>
              <a:pathLst>
                <a:path w="3959860" h="558164">
                  <a:moveTo>
                    <a:pt x="3866388" y="0"/>
                  </a:moveTo>
                  <a:lnTo>
                    <a:pt x="0" y="0"/>
                  </a:lnTo>
                  <a:lnTo>
                    <a:pt x="0" y="557784"/>
                  </a:lnTo>
                  <a:lnTo>
                    <a:pt x="3866388" y="557784"/>
                  </a:lnTo>
                  <a:lnTo>
                    <a:pt x="3902559" y="550478"/>
                  </a:lnTo>
                  <a:lnTo>
                    <a:pt x="3932110" y="530556"/>
                  </a:lnTo>
                  <a:lnTo>
                    <a:pt x="3952041" y="501007"/>
                  </a:lnTo>
                  <a:lnTo>
                    <a:pt x="3959352" y="464820"/>
                  </a:lnTo>
                  <a:lnTo>
                    <a:pt x="3959352" y="92963"/>
                  </a:lnTo>
                  <a:lnTo>
                    <a:pt x="3952041" y="56776"/>
                  </a:lnTo>
                  <a:lnTo>
                    <a:pt x="3932110" y="27227"/>
                  </a:lnTo>
                  <a:lnTo>
                    <a:pt x="3902559" y="7305"/>
                  </a:lnTo>
                  <a:lnTo>
                    <a:pt x="386638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1377695" y="5715000"/>
              <a:ext cx="3959860" cy="558165"/>
            </a:xfrm>
            <a:custGeom>
              <a:avLst/>
              <a:gdLst/>
              <a:ahLst/>
              <a:cxnLst/>
              <a:rect l="l" t="t" r="r" b="b"/>
              <a:pathLst>
                <a:path w="3959860" h="558164">
                  <a:moveTo>
                    <a:pt x="3959352" y="92963"/>
                  </a:moveTo>
                  <a:lnTo>
                    <a:pt x="3959352" y="464820"/>
                  </a:lnTo>
                  <a:lnTo>
                    <a:pt x="3952041" y="501007"/>
                  </a:lnTo>
                  <a:lnTo>
                    <a:pt x="3932110" y="530556"/>
                  </a:lnTo>
                  <a:lnTo>
                    <a:pt x="3902559" y="550478"/>
                  </a:lnTo>
                  <a:lnTo>
                    <a:pt x="3866388" y="557784"/>
                  </a:lnTo>
                  <a:lnTo>
                    <a:pt x="0" y="557784"/>
                  </a:lnTo>
                  <a:lnTo>
                    <a:pt x="0" y="0"/>
                  </a:lnTo>
                  <a:lnTo>
                    <a:pt x="3866388" y="0"/>
                  </a:lnTo>
                  <a:lnTo>
                    <a:pt x="3902559" y="7305"/>
                  </a:lnTo>
                  <a:lnTo>
                    <a:pt x="3932110" y="27227"/>
                  </a:lnTo>
                  <a:lnTo>
                    <a:pt x="3952041" y="56776"/>
                  </a:lnTo>
                  <a:lnTo>
                    <a:pt x="3959352" y="92963"/>
                  </a:lnTo>
                  <a:close/>
                </a:path>
              </a:pathLst>
            </a:custGeom>
            <a:ln w="12700">
              <a:solidFill>
                <a:srgbClr val="93B6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343177" y="5826633"/>
            <a:ext cx="3896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0" indent="-171450">
              <a:lnSpc>
                <a:spcPct val="100000"/>
              </a:lnSpc>
              <a:spcBef>
                <a:spcPts val="95"/>
              </a:spcBef>
              <a:buChar char="•"/>
              <a:tabLst>
                <a:tab pos="279400" algn="l"/>
              </a:tabLst>
            </a:pPr>
            <a:r>
              <a:rPr sz="1600" dirty="0">
                <a:latin typeface="Tahoma"/>
                <a:cs typeface="Tahoma"/>
              </a:rPr>
              <a:t>Search</a:t>
            </a:r>
            <a:r>
              <a:rPr sz="1600" spc="40" dirty="0">
                <a:latin typeface="Tahoma"/>
                <a:cs typeface="Tahoma"/>
              </a:rPr>
              <a:t> </a:t>
            </a:r>
            <a:r>
              <a:rPr sz="1600" spc="70" dirty="0">
                <a:latin typeface="Tahoma"/>
                <a:cs typeface="Tahoma"/>
              </a:rPr>
              <a:t>Digi</a:t>
            </a:r>
            <a:r>
              <a:rPr sz="1600" spc="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Senders</a:t>
            </a:r>
            <a:r>
              <a:rPr sz="1600" spc="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nearby</a:t>
            </a:r>
            <a:r>
              <a:rPr sz="1600" spc="5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our</a:t>
            </a:r>
            <a:r>
              <a:rPr sz="1600" spc="70" dirty="0">
                <a:latin typeface="Tahoma"/>
                <a:cs typeface="Tahoma"/>
              </a:rPr>
              <a:t> </a:t>
            </a:r>
            <a:r>
              <a:rPr sz="1600" spc="45" dirty="0">
                <a:latin typeface="Tahoma"/>
                <a:cs typeface="Tahoma"/>
              </a:rPr>
              <a:t>place</a:t>
            </a:r>
            <a:endParaRPr sz="1600" dirty="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855975" y="890383"/>
            <a:ext cx="8356740" cy="5382226"/>
            <a:chOff x="2855976" y="877307"/>
            <a:chExt cx="6480047" cy="4919988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7444" y="877307"/>
              <a:ext cx="3878579" cy="491998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5976" y="1600199"/>
              <a:ext cx="2359152" cy="231190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215127" y="3640836"/>
              <a:ext cx="627380" cy="926465"/>
            </a:xfrm>
            <a:custGeom>
              <a:avLst/>
              <a:gdLst/>
              <a:ahLst/>
              <a:cxnLst/>
              <a:rect l="l" t="t" r="r" b="b"/>
              <a:pathLst>
                <a:path w="627379" h="926464">
                  <a:moveTo>
                    <a:pt x="47827" y="59629"/>
                  </a:moveTo>
                  <a:lnTo>
                    <a:pt x="37276" y="66726"/>
                  </a:lnTo>
                  <a:lnTo>
                    <a:pt x="616458" y="926464"/>
                  </a:lnTo>
                  <a:lnTo>
                    <a:pt x="626999" y="919352"/>
                  </a:lnTo>
                  <a:lnTo>
                    <a:pt x="47827" y="59629"/>
                  </a:lnTo>
                  <a:close/>
                </a:path>
                <a:path w="627379" h="926464">
                  <a:moveTo>
                    <a:pt x="0" y="0"/>
                  </a:moveTo>
                  <a:lnTo>
                    <a:pt x="10922" y="84455"/>
                  </a:lnTo>
                  <a:lnTo>
                    <a:pt x="37276" y="66726"/>
                  </a:lnTo>
                  <a:lnTo>
                    <a:pt x="30225" y="56261"/>
                  </a:lnTo>
                  <a:lnTo>
                    <a:pt x="40767" y="49149"/>
                  </a:lnTo>
                  <a:lnTo>
                    <a:pt x="63406" y="49149"/>
                  </a:lnTo>
                  <a:lnTo>
                    <a:pt x="74168" y="41909"/>
                  </a:lnTo>
                  <a:lnTo>
                    <a:pt x="0" y="0"/>
                  </a:lnTo>
                  <a:close/>
                </a:path>
                <a:path w="627379" h="926464">
                  <a:moveTo>
                    <a:pt x="40767" y="49149"/>
                  </a:moveTo>
                  <a:lnTo>
                    <a:pt x="30225" y="56261"/>
                  </a:lnTo>
                  <a:lnTo>
                    <a:pt x="37276" y="66726"/>
                  </a:lnTo>
                  <a:lnTo>
                    <a:pt x="47827" y="59629"/>
                  </a:lnTo>
                  <a:lnTo>
                    <a:pt x="40767" y="49149"/>
                  </a:lnTo>
                  <a:close/>
                </a:path>
                <a:path w="627379" h="926464">
                  <a:moveTo>
                    <a:pt x="63406" y="49149"/>
                  </a:moveTo>
                  <a:lnTo>
                    <a:pt x="40767" y="49149"/>
                  </a:lnTo>
                  <a:lnTo>
                    <a:pt x="47827" y="59629"/>
                  </a:lnTo>
                  <a:lnTo>
                    <a:pt x="63406" y="491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94108"/>
            <a:ext cx="120396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</a:t>
            </a:r>
            <a:r>
              <a:rPr sz="3500" b="1" u="sng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Portal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1632" y="1228344"/>
            <a:ext cx="3366517" cy="527608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33400" y="1228344"/>
            <a:ext cx="7838231" cy="5276088"/>
            <a:chOff x="1156716" y="1228344"/>
            <a:chExt cx="7181555" cy="5276088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6716" y="1228344"/>
              <a:ext cx="3011591" cy="52760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20135" y="3866388"/>
              <a:ext cx="3275965" cy="1748155"/>
            </a:xfrm>
            <a:custGeom>
              <a:avLst/>
              <a:gdLst/>
              <a:ahLst/>
              <a:cxnLst/>
              <a:rect l="l" t="t" r="r" b="b"/>
              <a:pathLst>
                <a:path w="3275965" h="1748154">
                  <a:moveTo>
                    <a:pt x="3275965" y="0"/>
                  </a:moveTo>
                  <a:lnTo>
                    <a:pt x="685164" y="0"/>
                  </a:lnTo>
                  <a:lnTo>
                    <a:pt x="685164" y="934212"/>
                  </a:lnTo>
                  <a:lnTo>
                    <a:pt x="1116964" y="934212"/>
                  </a:lnTo>
                  <a:lnTo>
                    <a:pt x="0" y="1748040"/>
                  </a:lnTo>
                  <a:lnTo>
                    <a:pt x="1764664" y="934212"/>
                  </a:lnTo>
                  <a:lnTo>
                    <a:pt x="3275965" y="934212"/>
                  </a:lnTo>
                  <a:lnTo>
                    <a:pt x="3275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20135" y="3866388"/>
              <a:ext cx="3275965" cy="1748155"/>
            </a:xfrm>
            <a:custGeom>
              <a:avLst/>
              <a:gdLst/>
              <a:ahLst/>
              <a:cxnLst/>
              <a:rect l="l" t="t" r="r" b="b"/>
              <a:pathLst>
                <a:path w="3275965" h="1748154">
                  <a:moveTo>
                    <a:pt x="685164" y="0"/>
                  </a:moveTo>
                  <a:lnTo>
                    <a:pt x="1116964" y="0"/>
                  </a:lnTo>
                  <a:lnTo>
                    <a:pt x="1764664" y="0"/>
                  </a:lnTo>
                  <a:lnTo>
                    <a:pt x="3275965" y="0"/>
                  </a:lnTo>
                  <a:lnTo>
                    <a:pt x="3275965" y="544957"/>
                  </a:lnTo>
                  <a:lnTo>
                    <a:pt x="3275965" y="778510"/>
                  </a:lnTo>
                  <a:lnTo>
                    <a:pt x="3275965" y="934212"/>
                  </a:lnTo>
                  <a:lnTo>
                    <a:pt x="1764664" y="934212"/>
                  </a:lnTo>
                  <a:lnTo>
                    <a:pt x="0" y="1748040"/>
                  </a:lnTo>
                  <a:lnTo>
                    <a:pt x="1116964" y="934212"/>
                  </a:lnTo>
                  <a:lnTo>
                    <a:pt x="685164" y="934212"/>
                  </a:lnTo>
                  <a:lnTo>
                    <a:pt x="685164" y="778510"/>
                  </a:lnTo>
                  <a:lnTo>
                    <a:pt x="685164" y="544957"/>
                  </a:lnTo>
                  <a:lnTo>
                    <a:pt x="685164" y="0"/>
                  </a:lnTo>
                  <a:close/>
                </a:path>
              </a:pathLst>
            </a:custGeom>
            <a:ln w="1270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96410" y="5058155"/>
              <a:ext cx="5041861" cy="930275"/>
            </a:xfrm>
            <a:custGeom>
              <a:avLst/>
              <a:gdLst/>
              <a:ahLst/>
              <a:cxnLst/>
              <a:rect l="l" t="t" r="r" b="b"/>
              <a:pathLst>
                <a:path w="4676775" h="930275">
                  <a:moveTo>
                    <a:pt x="2331974" y="917575"/>
                  </a:moveTo>
                  <a:lnTo>
                    <a:pt x="0" y="917575"/>
                  </a:lnTo>
                  <a:lnTo>
                    <a:pt x="0" y="930275"/>
                  </a:lnTo>
                  <a:lnTo>
                    <a:pt x="2341879" y="930275"/>
                  </a:lnTo>
                  <a:lnTo>
                    <a:pt x="2344674" y="927430"/>
                  </a:lnTo>
                  <a:lnTo>
                    <a:pt x="2344674" y="923925"/>
                  </a:lnTo>
                  <a:lnTo>
                    <a:pt x="2331974" y="923925"/>
                  </a:lnTo>
                  <a:lnTo>
                    <a:pt x="2331974" y="917575"/>
                  </a:lnTo>
                  <a:close/>
                </a:path>
                <a:path w="4676775" h="930275">
                  <a:moveTo>
                    <a:pt x="4600574" y="31750"/>
                  </a:moveTo>
                  <a:lnTo>
                    <a:pt x="2334895" y="31750"/>
                  </a:lnTo>
                  <a:lnTo>
                    <a:pt x="2331974" y="34544"/>
                  </a:lnTo>
                  <a:lnTo>
                    <a:pt x="2331974" y="923925"/>
                  </a:lnTo>
                  <a:lnTo>
                    <a:pt x="2338324" y="917575"/>
                  </a:lnTo>
                  <a:lnTo>
                    <a:pt x="2344674" y="917575"/>
                  </a:lnTo>
                  <a:lnTo>
                    <a:pt x="2344674" y="44450"/>
                  </a:lnTo>
                  <a:lnTo>
                    <a:pt x="2338324" y="44450"/>
                  </a:lnTo>
                  <a:lnTo>
                    <a:pt x="2344674" y="38100"/>
                  </a:lnTo>
                  <a:lnTo>
                    <a:pt x="4600574" y="38100"/>
                  </a:lnTo>
                  <a:lnTo>
                    <a:pt x="4600574" y="31750"/>
                  </a:lnTo>
                  <a:close/>
                </a:path>
                <a:path w="4676775" h="930275">
                  <a:moveTo>
                    <a:pt x="2344674" y="917575"/>
                  </a:moveTo>
                  <a:lnTo>
                    <a:pt x="2338324" y="917575"/>
                  </a:lnTo>
                  <a:lnTo>
                    <a:pt x="2331974" y="923925"/>
                  </a:lnTo>
                  <a:lnTo>
                    <a:pt x="2344674" y="923925"/>
                  </a:lnTo>
                  <a:lnTo>
                    <a:pt x="2344674" y="917575"/>
                  </a:lnTo>
                  <a:close/>
                </a:path>
                <a:path w="4676775" h="930275">
                  <a:moveTo>
                    <a:pt x="4600574" y="0"/>
                  </a:moveTo>
                  <a:lnTo>
                    <a:pt x="4600574" y="76200"/>
                  </a:lnTo>
                  <a:lnTo>
                    <a:pt x="4664074" y="44450"/>
                  </a:lnTo>
                  <a:lnTo>
                    <a:pt x="4613274" y="44450"/>
                  </a:lnTo>
                  <a:lnTo>
                    <a:pt x="4613274" y="31750"/>
                  </a:lnTo>
                  <a:lnTo>
                    <a:pt x="4664074" y="31750"/>
                  </a:lnTo>
                  <a:lnTo>
                    <a:pt x="4600574" y="0"/>
                  </a:lnTo>
                  <a:close/>
                </a:path>
                <a:path w="4676775" h="930275">
                  <a:moveTo>
                    <a:pt x="2344674" y="38100"/>
                  </a:moveTo>
                  <a:lnTo>
                    <a:pt x="2338324" y="44450"/>
                  </a:lnTo>
                  <a:lnTo>
                    <a:pt x="2344674" y="44450"/>
                  </a:lnTo>
                  <a:lnTo>
                    <a:pt x="2344674" y="38100"/>
                  </a:lnTo>
                  <a:close/>
                </a:path>
                <a:path w="4676775" h="930275">
                  <a:moveTo>
                    <a:pt x="4600574" y="38100"/>
                  </a:moveTo>
                  <a:lnTo>
                    <a:pt x="2344674" y="38100"/>
                  </a:lnTo>
                  <a:lnTo>
                    <a:pt x="2344674" y="44450"/>
                  </a:lnTo>
                  <a:lnTo>
                    <a:pt x="4600574" y="44450"/>
                  </a:lnTo>
                  <a:lnTo>
                    <a:pt x="4600574" y="38100"/>
                  </a:lnTo>
                  <a:close/>
                </a:path>
                <a:path w="4676775" h="930275">
                  <a:moveTo>
                    <a:pt x="4664074" y="31750"/>
                  </a:moveTo>
                  <a:lnTo>
                    <a:pt x="4613274" y="31750"/>
                  </a:lnTo>
                  <a:lnTo>
                    <a:pt x="4613274" y="44450"/>
                  </a:lnTo>
                  <a:lnTo>
                    <a:pt x="4664074" y="44450"/>
                  </a:lnTo>
                  <a:lnTo>
                    <a:pt x="4676774" y="38100"/>
                  </a:lnTo>
                  <a:lnTo>
                    <a:pt x="4664074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43400" y="3856169"/>
            <a:ext cx="3772824" cy="1667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 marR="1409065" indent="-17145" algn="just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Webpage</a:t>
            </a:r>
            <a:r>
              <a:rPr sz="20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</a:t>
            </a:r>
            <a:r>
              <a:rPr sz="20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</a:t>
            </a:r>
            <a:r>
              <a:rPr sz="20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</a:t>
            </a:r>
            <a:r>
              <a:rPr sz="20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08735">
              <a:lnSpc>
                <a:spcPct val="100000"/>
              </a:lnSpc>
            </a:pP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87610"/>
            <a:ext cx="7545051" cy="623811"/>
          </a:xfrm>
          <a:prstGeom prst="rect">
            <a:avLst/>
          </a:prstGeom>
        </p:spPr>
        <p:txBody>
          <a:bodyPr vert="horz" wrap="square" lIns="0" tIns="160578" rIns="0" bIns="0" rtlCol="0">
            <a:spAutoFit/>
          </a:bodyPr>
          <a:lstStyle/>
          <a:p>
            <a:pPr marL="276860" algn="l">
              <a:lnSpc>
                <a:spcPct val="100000"/>
              </a:lnSpc>
              <a:spcBef>
                <a:spcPts val="100"/>
              </a:spcBef>
            </a:pPr>
            <a:r>
              <a:rPr sz="3000" b="1" u="sng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Vocal</a:t>
            </a:r>
            <a:r>
              <a:rPr sz="3000" b="1" u="sng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000" b="1" u="sng" spc="-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endParaRPr sz="3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49782" y="536201"/>
            <a:ext cx="7813218" cy="6215543"/>
            <a:chOff x="943355" y="972311"/>
            <a:chExt cx="6867143" cy="522884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1191" y="972311"/>
              <a:ext cx="3529307" cy="52288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43355" y="4753355"/>
              <a:ext cx="4244340" cy="1059180"/>
            </a:xfrm>
            <a:custGeom>
              <a:avLst/>
              <a:gdLst/>
              <a:ahLst/>
              <a:cxnLst/>
              <a:rect l="l" t="t" r="r" b="b"/>
              <a:pathLst>
                <a:path w="4244340" h="1059179">
                  <a:moveTo>
                    <a:pt x="3086099" y="0"/>
                  </a:moveTo>
                  <a:lnTo>
                    <a:pt x="0" y="0"/>
                  </a:lnTo>
                  <a:lnTo>
                    <a:pt x="0" y="937260"/>
                  </a:lnTo>
                  <a:lnTo>
                    <a:pt x="3086099" y="937260"/>
                  </a:lnTo>
                  <a:lnTo>
                    <a:pt x="3086099" y="781050"/>
                  </a:lnTo>
                  <a:lnTo>
                    <a:pt x="4244085" y="1059091"/>
                  </a:lnTo>
                  <a:lnTo>
                    <a:pt x="3086099" y="546735"/>
                  </a:lnTo>
                  <a:lnTo>
                    <a:pt x="30860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3355" y="4753355"/>
              <a:ext cx="4244340" cy="1059180"/>
            </a:xfrm>
            <a:custGeom>
              <a:avLst/>
              <a:gdLst/>
              <a:ahLst/>
              <a:cxnLst/>
              <a:rect l="l" t="t" r="r" b="b"/>
              <a:pathLst>
                <a:path w="4244340" h="1059179">
                  <a:moveTo>
                    <a:pt x="0" y="0"/>
                  </a:moveTo>
                  <a:lnTo>
                    <a:pt x="1800225" y="0"/>
                  </a:lnTo>
                  <a:lnTo>
                    <a:pt x="2571749" y="0"/>
                  </a:lnTo>
                  <a:lnTo>
                    <a:pt x="3086099" y="0"/>
                  </a:lnTo>
                  <a:lnTo>
                    <a:pt x="3086099" y="546735"/>
                  </a:lnTo>
                  <a:lnTo>
                    <a:pt x="4244085" y="1059091"/>
                  </a:lnTo>
                  <a:lnTo>
                    <a:pt x="3086099" y="781050"/>
                  </a:lnTo>
                  <a:lnTo>
                    <a:pt x="3086099" y="937260"/>
                  </a:lnTo>
                  <a:lnTo>
                    <a:pt x="2571749" y="937260"/>
                  </a:lnTo>
                  <a:lnTo>
                    <a:pt x="1800225" y="937260"/>
                  </a:lnTo>
                  <a:lnTo>
                    <a:pt x="0" y="937260"/>
                  </a:lnTo>
                  <a:lnTo>
                    <a:pt x="0" y="781050"/>
                  </a:lnTo>
                  <a:lnTo>
                    <a:pt x="0" y="54673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74363" y="5297265"/>
            <a:ext cx="3244671" cy="628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2000" spc="90" dirty="0">
                <a:latin typeface="Constantia" panose="02030602050306030303" pitchFamily="18" charset="0"/>
                <a:cs typeface="Tahoma"/>
              </a:rPr>
              <a:t>Webpage</a:t>
            </a:r>
            <a:r>
              <a:rPr sz="2000" spc="-14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55" dirty="0">
                <a:latin typeface="Constantia" panose="02030602050306030303" pitchFamily="18" charset="0"/>
                <a:cs typeface="Tahoma"/>
              </a:rPr>
              <a:t>appear</a:t>
            </a:r>
            <a:r>
              <a:rPr sz="2000" spc="-105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-25" dirty="0">
                <a:latin typeface="Constantia" panose="02030602050306030303" pitchFamily="18" charset="0"/>
                <a:cs typeface="Tahoma"/>
              </a:rPr>
              <a:t>for</a:t>
            </a:r>
            <a:endParaRPr sz="2000" dirty="0">
              <a:latin typeface="Constantia" panose="02030602050306030303" pitchFamily="18" charset="0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spc="65" dirty="0">
                <a:latin typeface="Constantia" panose="02030602050306030303" pitchFamily="18" charset="0"/>
                <a:cs typeface="Tahoma"/>
              </a:rPr>
              <a:t>promoting</a:t>
            </a:r>
            <a:r>
              <a:rPr sz="2000" spc="-45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dirty="0">
                <a:latin typeface="Constantia" panose="02030602050306030303" pitchFamily="18" charset="0"/>
                <a:cs typeface="Tahoma"/>
              </a:rPr>
              <a:t>your</a:t>
            </a:r>
            <a:r>
              <a:rPr sz="2000" spc="-35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-10" dirty="0">
                <a:latin typeface="Constantia" panose="02030602050306030303" pitchFamily="18" charset="0"/>
                <a:cs typeface="Tahoma"/>
              </a:rPr>
              <a:t>Products</a:t>
            </a:r>
            <a:endParaRPr sz="2000" dirty="0">
              <a:latin typeface="Constantia" panose="02030602050306030303" pitchFamily="18" charset="0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98764" y="2727485"/>
            <a:ext cx="4197985" cy="1671320"/>
            <a:chOff x="7798764" y="2881060"/>
            <a:chExt cx="4197985" cy="1671320"/>
          </a:xfrm>
        </p:grpSpPr>
        <p:sp>
          <p:nvSpPr>
            <p:cNvPr id="9" name="object 9"/>
            <p:cNvSpPr/>
            <p:nvPr/>
          </p:nvSpPr>
          <p:spPr>
            <a:xfrm>
              <a:off x="7798764" y="2881060"/>
              <a:ext cx="4197985" cy="1671320"/>
            </a:xfrm>
            <a:custGeom>
              <a:avLst/>
              <a:gdLst/>
              <a:ahLst/>
              <a:cxnLst/>
              <a:rect l="l" t="t" r="r" b="b"/>
              <a:pathLst>
                <a:path w="4197984" h="1671320">
                  <a:moveTo>
                    <a:pt x="4197604" y="0"/>
                  </a:moveTo>
                  <a:lnTo>
                    <a:pt x="1268476" y="0"/>
                  </a:lnTo>
                  <a:lnTo>
                    <a:pt x="1268476" y="1095755"/>
                  </a:lnTo>
                  <a:lnTo>
                    <a:pt x="1756663" y="1095755"/>
                  </a:lnTo>
                  <a:lnTo>
                    <a:pt x="0" y="1671065"/>
                  </a:lnTo>
                  <a:lnTo>
                    <a:pt x="2488946" y="1095755"/>
                  </a:lnTo>
                  <a:lnTo>
                    <a:pt x="4197604" y="1095755"/>
                  </a:lnTo>
                  <a:lnTo>
                    <a:pt x="4197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98764" y="2881060"/>
              <a:ext cx="4197985" cy="1671320"/>
            </a:xfrm>
            <a:custGeom>
              <a:avLst/>
              <a:gdLst/>
              <a:ahLst/>
              <a:cxnLst/>
              <a:rect l="l" t="t" r="r" b="b"/>
              <a:pathLst>
                <a:path w="4197984" h="1671320">
                  <a:moveTo>
                    <a:pt x="1268476" y="0"/>
                  </a:moveTo>
                  <a:lnTo>
                    <a:pt x="1756663" y="0"/>
                  </a:lnTo>
                  <a:lnTo>
                    <a:pt x="2488946" y="0"/>
                  </a:lnTo>
                  <a:lnTo>
                    <a:pt x="4197604" y="0"/>
                  </a:lnTo>
                  <a:lnTo>
                    <a:pt x="4197604" y="639190"/>
                  </a:lnTo>
                  <a:lnTo>
                    <a:pt x="4197604" y="913129"/>
                  </a:lnTo>
                  <a:lnTo>
                    <a:pt x="4197604" y="1095755"/>
                  </a:lnTo>
                  <a:lnTo>
                    <a:pt x="2488946" y="1095755"/>
                  </a:lnTo>
                  <a:lnTo>
                    <a:pt x="0" y="1671065"/>
                  </a:lnTo>
                  <a:lnTo>
                    <a:pt x="1756663" y="1095755"/>
                  </a:lnTo>
                  <a:lnTo>
                    <a:pt x="1268476" y="1095755"/>
                  </a:lnTo>
                  <a:lnTo>
                    <a:pt x="1268476" y="913129"/>
                  </a:lnTo>
                  <a:lnTo>
                    <a:pt x="1268476" y="639190"/>
                  </a:lnTo>
                  <a:lnTo>
                    <a:pt x="1268476" y="0"/>
                  </a:lnTo>
                  <a:close/>
                </a:path>
              </a:pathLst>
            </a:custGeom>
            <a:ln w="1270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114509" y="2810099"/>
            <a:ext cx="265620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nstantia" panose="02030602050306030303" pitchFamily="18" charset="0"/>
                <a:cs typeface="Tahoma"/>
              </a:rPr>
              <a:t>You</a:t>
            </a:r>
            <a:r>
              <a:rPr sz="2000" spc="-3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dirty="0">
                <a:latin typeface="Constantia" panose="02030602050306030303" pitchFamily="18" charset="0"/>
                <a:cs typeface="Tahoma"/>
              </a:rPr>
              <a:t>can</a:t>
            </a:r>
            <a:r>
              <a:rPr sz="2000" spc="-3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dirty="0">
                <a:latin typeface="Constantia" panose="02030602050306030303" pitchFamily="18" charset="0"/>
                <a:cs typeface="Tahoma"/>
              </a:rPr>
              <a:t>see</a:t>
            </a:r>
            <a:r>
              <a:rPr sz="2000" spc="-35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dirty="0">
                <a:latin typeface="Constantia" panose="02030602050306030303" pitchFamily="18" charset="0"/>
                <a:cs typeface="Tahoma"/>
              </a:rPr>
              <a:t>the</a:t>
            </a:r>
            <a:r>
              <a:rPr sz="2000" spc="-25" dirty="0">
                <a:latin typeface="Constantia" panose="02030602050306030303" pitchFamily="18" charset="0"/>
                <a:cs typeface="Tahoma"/>
              </a:rPr>
              <a:t> new </a:t>
            </a:r>
            <a:r>
              <a:rPr sz="2000" dirty="0">
                <a:latin typeface="Constantia" panose="02030602050306030303" pitchFamily="18" charset="0"/>
                <a:cs typeface="Tahoma"/>
              </a:rPr>
              <a:t>Products</a:t>
            </a:r>
            <a:r>
              <a:rPr sz="2000" spc="5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dirty="0">
                <a:latin typeface="Constantia" panose="02030602050306030303" pitchFamily="18" charset="0"/>
                <a:cs typeface="Tahoma"/>
              </a:rPr>
              <a:t>which</a:t>
            </a:r>
            <a:r>
              <a:rPr sz="2000" spc="2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dirty="0">
                <a:latin typeface="Constantia" panose="02030602050306030303" pitchFamily="18" charset="0"/>
                <a:cs typeface="Tahoma"/>
              </a:rPr>
              <a:t>are</a:t>
            </a:r>
            <a:r>
              <a:rPr sz="2000" spc="5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65" dirty="0">
                <a:latin typeface="Constantia" panose="02030602050306030303" pitchFamily="18" charset="0"/>
                <a:cs typeface="Tahoma"/>
              </a:rPr>
              <a:t>being </a:t>
            </a:r>
            <a:r>
              <a:rPr sz="2000" spc="-10" dirty="0">
                <a:latin typeface="Constantia" panose="02030602050306030303" pitchFamily="18" charset="0"/>
                <a:cs typeface="Tahoma"/>
              </a:rPr>
              <a:t>advertised.</a:t>
            </a:r>
            <a:endParaRPr sz="2000" dirty="0">
              <a:latin typeface="Constantia" panose="02030602050306030303" pitchFamily="18" charset="0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87706" y="2545269"/>
            <a:ext cx="3642360" cy="2633345"/>
            <a:chOff x="1927605" y="2715514"/>
            <a:chExt cx="3642360" cy="2633345"/>
          </a:xfrm>
        </p:grpSpPr>
        <p:sp>
          <p:nvSpPr>
            <p:cNvPr id="13" name="object 13"/>
            <p:cNvSpPr/>
            <p:nvPr/>
          </p:nvSpPr>
          <p:spPr>
            <a:xfrm>
              <a:off x="1933955" y="2721864"/>
              <a:ext cx="3629660" cy="2620645"/>
            </a:xfrm>
            <a:custGeom>
              <a:avLst/>
              <a:gdLst/>
              <a:ahLst/>
              <a:cxnLst/>
              <a:rect l="l" t="t" r="r" b="b"/>
              <a:pathLst>
                <a:path w="3629660" h="2620645">
                  <a:moveTo>
                    <a:pt x="2304288" y="0"/>
                  </a:moveTo>
                  <a:lnTo>
                    <a:pt x="0" y="0"/>
                  </a:lnTo>
                  <a:lnTo>
                    <a:pt x="0" y="830580"/>
                  </a:lnTo>
                  <a:lnTo>
                    <a:pt x="1344168" y="830580"/>
                  </a:lnTo>
                  <a:lnTo>
                    <a:pt x="3629532" y="2620264"/>
                  </a:lnTo>
                  <a:lnTo>
                    <a:pt x="1920240" y="830580"/>
                  </a:lnTo>
                  <a:lnTo>
                    <a:pt x="2304288" y="830580"/>
                  </a:lnTo>
                  <a:lnTo>
                    <a:pt x="2304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33955" y="2721864"/>
              <a:ext cx="3629660" cy="2620645"/>
            </a:xfrm>
            <a:custGeom>
              <a:avLst/>
              <a:gdLst/>
              <a:ahLst/>
              <a:cxnLst/>
              <a:rect l="l" t="t" r="r" b="b"/>
              <a:pathLst>
                <a:path w="3629660" h="2620645">
                  <a:moveTo>
                    <a:pt x="0" y="0"/>
                  </a:moveTo>
                  <a:lnTo>
                    <a:pt x="1344168" y="0"/>
                  </a:lnTo>
                  <a:lnTo>
                    <a:pt x="1920240" y="0"/>
                  </a:lnTo>
                  <a:lnTo>
                    <a:pt x="2304288" y="0"/>
                  </a:lnTo>
                  <a:lnTo>
                    <a:pt x="2304288" y="484505"/>
                  </a:lnTo>
                  <a:lnTo>
                    <a:pt x="2304288" y="692150"/>
                  </a:lnTo>
                  <a:lnTo>
                    <a:pt x="2304288" y="830580"/>
                  </a:lnTo>
                  <a:lnTo>
                    <a:pt x="1920240" y="830580"/>
                  </a:lnTo>
                  <a:lnTo>
                    <a:pt x="3629532" y="2620264"/>
                  </a:lnTo>
                  <a:lnTo>
                    <a:pt x="1344168" y="830580"/>
                  </a:lnTo>
                  <a:lnTo>
                    <a:pt x="0" y="830580"/>
                  </a:lnTo>
                  <a:lnTo>
                    <a:pt x="0" y="692150"/>
                  </a:lnTo>
                  <a:lnTo>
                    <a:pt x="0" y="48450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94056" y="2649799"/>
            <a:ext cx="237274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latin typeface="Constantia" panose="02030602050306030303" pitchFamily="18" charset="0"/>
                <a:cs typeface="Tahoma"/>
              </a:rPr>
              <a:t>Web</a:t>
            </a:r>
            <a:r>
              <a:rPr sz="2000" spc="-105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85" dirty="0">
                <a:latin typeface="Constantia" panose="02030602050306030303" pitchFamily="18" charset="0"/>
                <a:cs typeface="Tahoma"/>
              </a:rPr>
              <a:t>page</a:t>
            </a:r>
            <a:r>
              <a:rPr sz="2000" spc="-9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dirty="0">
                <a:latin typeface="Constantia" panose="02030602050306030303" pitchFamily="18" charset="0"/>
                <a:cs typeface="Tahoma"/>
              </a:rPr>
              <a:t>for</a:t>
            </a:r>
            <a:r>
              <a:rPr sz="2000" spc="-13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-20" dirty="0">
                <a:latin typeface="Constantia" panose="02030602050306030303" pitchFamily="18" charset="0"/>
                <a:cs typeface="Tahoma"/>
              </a:rPr>
              <a:t>Vocal</a:t>
            </a:r>
            <a:endParaRPr sz="2000" dirty="0">
              <a:latin typeface="Constantia" panose="02030602050306030303" pitchFamily="18" charset="0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000" spc="60" dirty="0">
                <a:latin typeface="Constantia" panose="02030602050306030303" pitchFamily="18" charset="0"/>
                <a:cs typeface="Tahoma"/>
              </a:rPr>
              <a:t>Appears</a:t>
            </a:r>
            <a:endParaRPr sz="2000" dirty="0">
              <a:latin typeface="Constantia" panose="02030602050306030303" pitchFamily="18" charset="0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57436"/>
            <a:ext cx="7621251" cy="600933"/>
          </a:xfrm>
          <a:prstGeom prst="rect">
            <a:avLst/>
          </a:prstGeom>
        </p:spPr>
        <p:txBody>
          <a:bodyPr vert="horz" wrap="square" lIns="0" tIns="137921" rIns="0" bIns="0" rtlCol="0">
            <a:spAutoFit/>
          </a:bodyPr>
          <a:lstStyle/>
          <a:p>
            <a:pPr marL="105410" algn="l">
              <a:lnSpc>
                <a:spcPct val="100000"/>
              </a:lnSpc>
              <a:spcBef>
                <a:spcPts val="100"/>
              </a:spcBef>
            </a:pPr>
            <a:r>
              <a:rPr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IN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 </a:t>
            </a:r>
            <a:r>
              <a:rPr sz="3000" b="1" u="sng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000" b="1" u="sng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</a:t>
            </a:r>
            <a:r>
              <a:rPr sz="3000" b="1" u="sng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62400" y="917542"/>
            <a:ext cx="7945496" cy="5769537"/>
            <a:chOff x="4820411" y="854964"/>
            <a:chExt cx="6508186" cy="5375147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20411" y="854964"/>
              <a:ext cx="3380232" cy="537514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12072" y="4169831"/>
              <a:ext cx="5216525" cy="915035"/>
            </a:xfrm>
            <a:custGeom>
              <a:avLst/>
              <a:gdLst/>
              <a:ahLst/>
              <a:cxnLst/>
              <a:rect l="l" t="t" r="r" b="b"/>
              <a:pathLst>
                <a:path w="5216525" h="915035">
                  <a:moveTo>
                    <a:pt x="5065141" y="0"/>
                  </a:moveTo>
                  <a:lnTo>
                    <a:pt x="2747137" y="0"/>
                  </a:lnTo>
                  <a:lnTo>
                    <a:pt x="2699454" y="7693"/>
                  </a:lnTo>
                  <a:lnTo>
                    <a:pt x="2658037" y="29114"/>
                  </a:lnTo>
                  <a:lnTo>
                    <a:pt x="2625375" y="61776"/>
                  </a:lnTo>
                  <a:lnTo>
                    <a:pt x="2603954" y="103193"/>
                  </a:lnTo>
                  <a:lnTo>
                    <a:pt x="2596261" y="150875"/>
                  </a:lnTo>
                  <a:lnTo>
                    <a:pt x="2596261" y="528066"/>
                  </a:lnTo>
                  <a:lnTo>
                    <a:pt x="0" y="914908"/>
                  </a:lnTo>
                  <a:lnTo>
                    <a:pt x="2596261" y="754380"/>
                  </a:lnTo>
                  <a:lnTo>
                    <a:pt x="5216017" y="754380"/>
                  </a:lnTo>
                  <a:lnTo>
                    <a:pt x="5216017" y="150875"/>
                  </a:lnTo>
                  <a:lnTo>
                    <a:pt x="5208323" y="103193"/>
                  </a:lnTo>
                  <a:lnTo>
                    <a:pt x="5186902" y="61776"/>
                  </a:lnTo>
                  <a:lnTo>
                    <a:pt x="5154240" y="29114"/>
                  </a:lnTo>
                  <a:lnTo>
                    <a:pt x="5112823" y="7693"/>
                  </a:lnTo>
                  <a:lnTo>
                    <a:pt x="5065141" y="0"/>
                  </a:lnTo>
                  <a:close/>
                </a:path>
                <a:path w="5216525" h="915035">
                  <a:moveTo>
                    <a:pt x="5216017" y="754380"/>
                  </a:moveTo>
                  <a:lnTo>
                    <a:pt x="2596261" y="754380"/>
                  </a:lnTo>
                  <a:lnTo>
                    <a:pt x="2603954" y="802062"/>
                  </a:lnTo>
                  <a:lnTo>
                    <a:pt x="2625375" y="843479"/>
                  </a:lnTo>
                  <a:lnTo>
                    <a:pt x="2658037" y="876141"/>
                  </a:lnTo>
                  <a:lnTo>
                    <a:pt x="2699454" y="897562"/>
                  </a:lnTo>
                  <a:lnTo>
                    <a:pt x="2747137" y="905256"/>
                  </a:lnTo>
                  <a:lnTo>
                    <a:pt x="5065141" y="905256"/>
                  </a:lnTo>
                  <a:lnTo>
                    <a:pt x="5112823" y="897562"/>
                  </a:lnTo>
                  <a:lnTo>
                    <a:pt x="5154240" y="876141"/>
                  </a:lnTo>
                  <a:lnTo>
                    <a:pt x="5186902" y="843479"/>
                  </a:lnTo>
                  <a:lnTo>
                    <a:pt x="5208323" y="802062"/>
                  </a:lnTo>
                  <a:lnTo>
                    <a:pt x="5216017" y="7543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12072" y="4169831"/>
              <a:ext cx="5216525" cy="915035"/>
            </a:xfrm>
            <a:custGeom>
              <a:avLst/>
              <a:gdLst/>
              <a:ahLst/>
              <a:cxnLst/>
              <a:rect l="l" t="t" r="r" b="b"/>
              <a:pathLst>
                <a:path w="5216525" h="915035">
                  <a:moveTo>
                    <a:pt x="2596261" y="150875"/>
                  </a:moveTo>
                  <a:lnTo>
                    <a:pt x="2603954" y="103193"/>
                  </a:lnTo>
                  <a:lnTo>
                    <a:pt x="2625375" y="61776"/>
                  </a:lnTo>
                  <a:lnTo>
                    <a:pt x="2658037" y="29114"/>
                  </a:lnTo>
                  <a:lnTo>
                    <a:pt x="2699454" y="7693"/>
                  </a:lnTo>
                  <a:lnTo>
                    <a:pt x="2747137" y="0"/>
                  </a:lnTo>
                  <a:lnTo>
                    <a:pt x="3032887" y="0"/>
                  </a:lnTo>
                  <a:lnTo>
                    <a:pt x="3687825" y="0"/>
                  </a:lnTo>
                  <a:lnTo>
                    <a:pt x="5065141" y="0"/>
                  </a:lnTo>
                  <a:lnTo>
                    <a:pt x="5112823" y="7693"/>
                  </a:lnTo>
                  <a:lnTo>
                    <a:pt x="5154240" y="29114"/>
                  </a:lnTo>
                  <a:lnTo>
                    <a:pt x="5186902" y="61776"/>
                  </a:lnTo>
                  <a:lnTo>
                    <a:pt x="5208323" y="103193"/>
                  </a:lnTo>
                  <a:lnTo>
                    <a:pt x="5216017" y="150875"/>
                  </a:lnTo>
                  <a:lnTo>
                    <a:pt x="5216017" y="528066"/>
                  </a:lnTo>
                  <a:lnTo>
                    <a:pt x="5216017" y="754380"/>
                  </a:lnTo>
                  <a:lnTo>
                    <a:pt x="5208323" y="802062"/>
                  </a:lnTo>
                  <a:lnTo>
                    <a:pt x="5186902" y="843479"/>
                  </a:lnTo>
                  <a:lnTo>
                    <a:pt x="5154240" y="876141"/>
                  </a:lnTo>
                  <a:lnTo>
                    <a:pt x="5112823" y="897562"/>
                  </a:lnTo>
                  <a:lnTo>
                    <a:pt x="5065141" y="905256"/>
                  </a:lnTo>
                  <a:lnTo>
                    <a:pt x="3687825" y="905256"/>
                  </a:lnTo>
                  <a:lnTo>
                    <a:pt x="3032887" y="905256"/>
                  </a:lnTo>
                  <a:lnTo>
                    <a:pt x="2747137" y="905256"/>
                  </a:lnTo>
                  <a:lnTo>
                    <a:pt x="2699454" y="897562"/>
                  </a:lnTo>
                  <a:lnTo>
                    <a:pt x="2658037" y="876141"/>
                  </a:lnTo>
                  <a:lnTo>
                    <a:pt x="2625375" y="843479"/>
                  </a:lnTo>
                  <a:lnTo>
                    <a:pt x="2603954" y="802062"/>
                  </a:lnTo>
                  <a:lnTo>
                    <a:pt x="2596261" y="754380"/>
                  </a:lnTo>
                  <a:lnTo>
                    <a:pt x="0" y="914908"/>
                  </a:lnTo>
                  <a:lnTo>
                    <a:pt x="2596261" y="528066"/>
                  </a:lnTo>
                  <a:lnTo>
                    <a:pt x="2596261" y="150875"/>
                  </a:lnTo>
                  <a:close/>
                </a:path>
              </a:pathLst>
            </a:custGeom>
            <a:ln w="1270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064243" y="4476369"/>
            <a:ext cx="2624696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latin typeface="Constantia" panose="02030602050306030303" pitchFamily="18" charset="0"/>
                <a:cs typeface="Tahoma"/>
              </a:rPr>
              <a:t>Login</a:t>
            </a:r>
            <a:r>
              <a:rPr sz="2000" spc="-114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85" dirty="0">
                <a:latin typeface="Constantia" panose="02030602050306030303" pitchFamily="18" charset="0"/>
                <a:cs typeface="Tahoma"/>
              </a:rPr>
              <a:t>page</a:t>
            </a:r>
            <a:r>
              <a:rPr sz="2000" spc="-11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35" dirty="0">
                <a:latin typeface="Constantia" panose="02030602050306030303" pitchFamily="18" charset="0"/>
                <a:cs typeface="Tahoma"/>
              </a:rPr>
              <a:t>appears </a:t>
            </a:r>
            <a:r>
              <a:rPr sz="2000" spc="55" dirty="0">
                <a:latin typeface="Constantia" panose="02030602050306030303" pitchFamily="18" charset="0"/>
                <a:cs typeface="Tahoma"/>
              </a:rPr>
              <a:t>and</a:t>
            </a:r>
            <a:r>
              <a:rPr sz="2000" spc="-11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45" dirty="0">
                <a:latin typeface="Constantia" panose="02030602050306030303" pitchFamily="18" charset="0"/>
                <a:cs typeface="Tahoma"/>
              </a:rPr>
              <a:t>women </a:t>
            </a:r>
            <a:r>
              <a:rPr sz="2000" spc="55" dirty="0">
                <a:latin typeface="Constantia" panose="02030602050306030303" pitchFamily="18" charset="0"/>
                <a:cs typeface="Tahoma"/>
              </a:rPr>
              <a:t>dashboard</a:t>
            </a:r>
            <a:r>
              <a:rPr sz="2000" spc="-7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40" dirty="0">
                <a:latin typeface="Constantia" panose="02030602050306030303" pitchFamily="18" charset="0"/>
                <a:cs typeface="Tahoma"/>
              </a:rPr>
              <a:t>appears</a:t>
            </a:r>
            <a:endParaRPr sz="2000" dirty="0">
              <a:latin typeface="Constantia" panose="02030602050306030303" pitchFamily="18" charset="0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255" y="2593339"/>
            <a:ext cx="4046854" cy="2418080"/>
            <a:chOff x="1118361" y="3407409"/>
            <a:chExt cx="4046854" cy="2418080"/>
          </a:xfrm>
        </p:grpSpPr>
        <p:sp>
          <p:nvSpPr>
            <p:cNvPr id="9" name="object 9"/>
            <p:cNvSpPr/>
            <p:nvPr/>
          </p:nvSpPr>
          <p:spPr>
            <a:xfrm>
              <a:off x="1124711" y="3413759"/>
              <a:ext cx="4034154" cy="2405380"/>
            </a:xfrm>
            <a:custGeom>
              <a:avLst/>
              <a:gdLst/>
              <a:ahLst/>
              <a:cxnLst/>
              <a:rect l="l" t="t" r="r" b="b"/>
              <a:pathLst>
                <a:path w="4034154" h="2405379">
                  <a:moveTo>
                    <a:pt x="2571750" y="1409700"/>
                  </a:moveTo>
                  <a:lnTo>
                    <a:pt x="1800225" y="1409700"/>
                  </a:lnTo>
                  <a:lnTo>
                    <a:pt x="4033901" y="2405062"/>
                  </a:lnTo>
                  <a:lnTo>
                    <a:pt x="2571750" y="1409700"/>
                  </a:lnTo>
                  <a:close/>
                </a:path>
                <a:path w="4034154" h="2405379">
                  <a:moveTo>
                    <a:pt x="2851150" y="0"/>
                  </a:moveTo>
                  <a:lnTo>
                    <a:pt x="234950" y="0"/>
                  </a:lnTo>
                  <a:lnTo>
                    <a:pt x="187600" y="4771"/>
                  </a:lnTo>
                  <a:lnTo>
                    <a:pt x="143498" y="18458"/>
                  </a:lnTo>
                  <a:lnTo>
                    <a:pt x="103588" y="40116"/>
                  </a:lnTo>
                  <a:lnTo>
                    <a:pt x="68816" y="68802"/>
                  </a:lnTo>
                  <a:lnTo>
                    <a:pt x="40126" y="103571"/>
                  </a:lnTo>
                  <a:lnTo>
                    <a:pt x="18464" y="143482"/>
                  </a:lnTo>
                  <a:lnTo>
                    <a:pt x="4773" y="187589"/>
                  </a:lnTo>
                  <a:lnTo>
                    <a:pt x="0" y="234950"/>
                  </a:lnTo>
                  <a:lnTo>
                    <a:pt x="0" y="1174750"/>
                  </a:lnTo>
                  <a:lnTo>
                    <a:pt x="4773" y="1222110"/>
                  </a:lnTo>
                  <a:lnTo>
                    <a:pt x="18464" y="1266217"/>
                  </a:lnTo>
                  <a:lnTo>
                    <a:pt x="40126" y="1306128"/>
                  </a:lnTo>
                  <a:lnTo>
                    <a:pt x="68816" y="1340897"/>
                  </a:lnTo>
                  <a:lnTo>
                    <a:pt x="103588" y="1369583"/>
                  </a:lnTo>
                  <a:lnTo>
                    <a:pt x="143498" y="1391241"/>
                  </a:lnTo>
                  <a:lnTo>
                    <a:pt x="187600" y="1404928"/>
                  </a:lnTo>
                  <a:lnTo>
                    <a:pt x="234950" y="1409700"/>
                  </a:lnTo>
                  <a:lnTo>
                    <a:pt x="2851150" y="1409700"/>
                  </a:lnTo>
                  <a:lnTo>
                    <a:pt x="2898510" y="1404928"/>
                  </a:lnTo>
                  <a:lnTo>
                    <a:pt x="2942617" y="1391241"/>
                  </a:lnTo>
                  <a:lnTo>
                    <a:pt x="2982528" y="1369583"/>
                  </a:lnTo>
                  <a:lnTo>
                    <a:pt x="3017297" y="1340897"/>
                  </a:lnTo>
                  <a:lnTo>
                    <a:pt x="3045983" y="1306128"/>
                  </a:lnTo>
                  <a:lnTo>
                    <a:pt x="3067641" y="1266217"/>
                  </a:lnTo>
                  <a:lnTo>
                    <a:pt x="3081328" y="1222110"/>
                  </a:lnTo>
                  <a:lnTo>
                    <a:pt x="3086100" y="1174750"/>
                  </a:lnTo>
                  <a:lnTo>
                    <a:pt x="3086100" y="234950"/>
                  </a:lnTo>
                  <a:lnTo>
                    <a:pt x="3081328" y="187589"/>
                  </a:lnTo>
                  <a:lnTo>
                    <a:pt x="3067641" y="143482"/>
                  </a:lnTo>
                  <a:lnTo>
                    <a:pt x="3045983" y="103571"/>
                  </a:lnTo>
                  <a:lnTo>
                    <a:pt x="3017297" y="68802"/>
                  </a:lnTo>
                  <a:lnTo>
                    <a:pt x="2982528" y="40116"/>
                  </a:lnTo>
                  <a:lnTo>
                    <a:pt x="2942617" y="18458"/>
                  </a:lnTo>
                  <a:lnTo>
                    <a:pt x="2898510" y="4771"/>
                  </a:lnTo>
                  <a:lnTo>
                    <a:pt x="2851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24711" y="3413759"/>
              <a:ext cx="4034154" cy="2405380"/>
            </a:xfrm>
            <a:custGeom>
              <a:avLst/>
              <a:gdLst/>
              <a:ahLst/>
              <a:cxnLst/>
              <a:rect l="l" t="t" r="r" b="b"/>
              <a:pathLst>
                <a:path w="4034154" h="2405379">
                  <a:moveTo>
                    <a:pt x="0" y="234950"/>
                  </a:moveTo>
                  <a:lnTo>
                    <a:pt x="4773" y="187589"/>
                  </a:lnTo>
                  <a:lnTo>
                    <a:pt x="18464" y="143482"/>
                  </a:lnTo>
                  <a:lnTo>
                    <a:pt x="40126" y="103571"/>
                  </a:lnTo>
                  <a:lnTo>
                    <a:pt x="68816" y="68802"/>
                  </a:lnTo>
                  <a:lnTo>
                    <a:pt x="103588" y="40116"/>
                  </a:lnTo>
                  <a:lnTo>
                    <a:pt x="143498" y="18458"/>
                  </a:lnTo>
                  <a:lnTo>
                    <a:pt x="187600" y="4771"/>
                  </a:lnTo>
                  <a:lnTo>
                    <a:pt x="234950" y="0"/>
                  </a:lnTo>
                  <a:lnTo>
                    <a:pt x="1800225" y="0"/>
                  </a:lnTo>
                  <a:lnTo>
                    <a:pt x="2571750" y="0"/>
                  </a:lnTo>
                  <a:lnTo>
                    <a:pt x="2851150" y="0"/>
                  </a:lnTo>
                  <a:lnTo>
                    <a:pt x="2898510" y="4771"/>
                  </a:lnTo>
                  <a:lnTo>
                    <a:pt x="2942617" y="18458"/>
                  </a:lnTo>
                  <a:lnTo>
                    <a:pt x="2982528" y="40116"/>
                  </a:lnTo>
                  <a:lnTo>
                    <a:pt x="3017297" y="68802"/>
                  </a:lnTo>
                  <a:lnTo>
                    <a:pt x="3045983" y="103571"/>
                  </a:lnTo>
                  <a:lnTo>
                    <a:pt x="3067641" y="143482"/>
                  </a:lnTo>
                  <a:lnTo>
                    <a:pt x="3081328" y="187589"/>
                  </a:lnTo>
                  <a:lnTo>
                    <a:pt x="3086100" y="234950"/>
                  </a:lnTo>
                  <a:lnTo>
                    <a:pt x="3086100" y="822325"/>
                  </a:lnTo>
                  <a:lnTo>
                    <a:pt x="3086100" y="1174750"/>
                  </a:lnTo>
                  <a:lnTo>
                    <a:pt x="3081328" y="1222110"/>
                  </a:lnTo>
                  <a:lnTo>
                    <a:pt x="3067641" y="1266217"/>
                  </a:lnTo>
                  <a:lnTo>
                    <a:pt x="3045983" y="1306128"/>
                  </a:lnTo>
                  <a:lnTo>
                    <a:pt x="3017297" y="1340897"/>
                  </a:lnTo>
                  <a:lnTo>
                    <a:pt x="2982528" y="1369583"/>
                  </a:lnTo>
                  <a:lnTo>
                    <a:pt x="2942617" y="1391241"/>
                  </a:lnTo>
                  <a:lnTo>
                    <a:pt x="2898510" y="1404928"/>
                  </a:lnTo>
                  <a:lnTo>
                    <a:pt x="2851150" y="1409700"/>
                  </a:lnTo>
                  <a:lnTo>
                    <a:pt x="2571750" y="1409700"/>
                  </a:lnTo>
                  <a:lnTo>
                    <a:pt x="4033901" y="2405062"/>
                  </a:lnTo>
                  <a:lnTo>
                    <a:pt x="1800225" y="1409700"/>
                  </a:lnTo>
                  <a:lnTo>
                    <a:pt x="234950" y="1409700"/>
                  </a:lnTo>
                  <a:lnTo>
                    <a:pt x="187600" y="1404928"/>
                  </a:lnTo>
                  <a:lnTo>
                    <a:pt x="143498" y="1391241"/>
                  </a:lnTo>
                  <a:lnTo>
                    <a:pt x="103588" y="1369583"/>
                  </a:lnTo>
                  <a:lnTo>
                    <a:pt x="68816" y="1340897"/>
                  </a:lnTo>
                  <a:lnTo>
                    <a:pt x="40126" y="1306128"/>
                  </a:lnTo>
                  <a:lnTo>
                    <a:pt x="18464" y="1266217"/>
                  </a:lnTo>
                  <a:lnTo>
                    <a:pt x="4773" y="1222110"/>
                  </a:lnTo>
                  <a:lnTo>
                    <a:pt x="0" y="1174750"/>
                  </a:lnTo>
                  <a:lnTo>
                    <a:pt x="0" y="822325"/>
                  </a:lnTo>
                  <a:lnTo>
                    <a:pt x="0" y="234950"/>
                  </a:lnTo>
                  <a:close/>
                </a:path>
              </a:pathLst>
            </a:custGeom>
            <a:ln w="1270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3400" y="2653146"/>
            <a:ext cx="28956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latin typeface="Constantia" panose="02030602050306030303" pitchFamily="18" charset="0"/>
                <a:cs typeface="Tahoma"/>
              </a:rPr>
              <a:t>Webpage</a:t>
            </a:r>
            <a:r>
              <a:rPr sz="2000" spc="-135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50" dirty="0">
                <a:latin typeface="Constantia" panose="02030602050306030303" pitchFamily="18" charset="0"/>
                <a:cs typeface="Tahoma"/>
              </a:rPr>
              <a:t>appears</a:t>
            </a:r>
            <a:r>
              <a:rPr sz="2000" spc="-10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-25" dirty="0">
                <a:latin typeface="Constantia" panose="02030602050306030303" pitchFamily="18" charset="0"/>
                <a:cs typeface="Tahoma"/>
              </a:rPr>
              <a:t>in </a:t>
            </a:r>
            <a:r>
              <a:rPr sz="2000" dirty="0">
                <a:latin typeface="Constantia" panose="02030602050306030303" pitchFamily="18" charset="0"/>
                <a:cs typeface="Tahoma"/>
              </a:rPr>
              <a:t>which</a:t>
            </a:r>
            <a:r>
              <a:rPr sz="2000" spc="-15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dirty="0">
                <a:latin typeface="Constantia" panose="02030602050306030303" pitchFamily="18" charset="0"/>
                <a:cs typeface="Tahoma"/>
              </a:rPr>
              <a:t>bank</a:t>
            </a:r>
            <a:r>
              <a:rPr sz="2000" spc="15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dirty="0">
                <a:latin typeface="Constantia" panose="02030602050306030303" pitchFamily="18" charset="0"/>
                <a:cs typeface="Tahoma"/>
              </a:rPr>
              <a:t>she wants</a:t>
            </a:r>
            <a:r>
              <a:rPr sz="2000" spc="5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-25" dirty="0">
                <a:latin typeface="Constantia" panose="02030602050306030303" pitchFamily="18" charset="0"/>
                <a:cs typeface="Tahoma"/>
              </a:rPr>
              <a:t>to </a:t>
            </a:r>
            <a:r>
              <a:rPr sz="2000" spc="95" dirty="0">
                <a:latin typeface="Constantia" panose="02030602050306030303" pitchFamily="18" charset="0"/>
                <a:cs typeface="Tahoma"/>
              </a:rPr>
              <a:t>add</a:t>
            </a:r>
            <a:r>
              <a:rPr sz="2000" spc="-15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dirty="0">
                <a:latin typeface="Constantia" panose="02030602050306030303" pitchFamily="18" charset="0"/>
                <a:cs typeface="Tahoma"/>
              </a:rPr>
              <a:t>her</a:t>
            </a:r>
            <a:r>
              <a:rPr sz="2000" spc="-1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dirty="0">
                <a:latin typeface="Constantia" panose="02030602050306030303" pitchFamily="18" charset="0"/>
                <a:cs typeface="Tahoma"/>
              </a:rPr>
              <a:t>account</a:t>
            </a:r>
            <a:r>
              <a:rPr sz="2000" spc="-5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55" dirty="0">
                <a:latin typeface="Constantia" panose="02030602050306030303" pitchFamily="18" charset="0"/>
                <a:cs typeface="Tahoma"/>
              </a:rPr>
              <a:t>and</a:t>
            </a:r>
            <a:r>
              <a:rPr sz="2000" spc="-1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-25" dirty="0">
                <a:latin typeface="Constantia" panose="02030602050306030303" pitchFamily="18" charset="0"/>
                <a:cs typeface="Tahoma"/>
              </a:rPr>
              <a:t>can </a:t>
            </a:r>
            <a:r>
              <a:rPr sz="2000" dirty="0">
                <a:latin typeface="Constantia" panose="02030602050306030303" pitchFamily="18" charset="0"/>
                <a:cs typeface="Tahoma"/>
              </a:rPr>
              <a:t>call</a:t>
            </a:r>
            <a:r>
              <a:rPr sz="2000" spc="-55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55" dirty="0">
                <a:latin typeface="Constantia" panose="02030602050306030303" pitchFamily="18" charset="0"/>
                <a:cs typeface="Tahoma"/>
              </a:rPr>
              <a:t>or</a:t>
            </a:r>
            <a:r>
              <a:rPr sz="2000" spc="-5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50" dirty="0">
                <a:latin typeface="Constantia" panose="02030602050306030303" pitchFamily="18" charset="0"/>
                <a:cs typeface="Tahoma"/>
              </a:rPr>
              <a:t>videocall</a:t>
            </a:r>
            <a:r>
              <a:rPr sz="2000" spc="-80" dirty="0">
                <a:latin typeface="Constantia" panose="02030602050306030303" pitchFamily="18" charset="0"/>
                <a:cs typeface="Tahoma"/>
              </a:rPr>
              <a:t> </a:t>
            </a:r>
            <a:r>
              <a:rPr sz="2000" spc="-20" dirty="0">
                <a:latin typeface="Constantia" panose="02030602050306030303" pitchFamily="18" charset="0"/>
                <a:cs typeface="Tahoma"/>
              </a:rPr>
              <a:t>them</a:t>
            </a:r>
            <a:endParaRPr sz="2000" dirty="0">
              <a:latin typeface="Constantia" panose="02030602050306030303" pitchFamily="18" charset="0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" y="851153"/>
            <a:ext cx="7761986" cy="5884565"/>
            <a:chOff x="477012" y="851153"/>
            <a:chExt cx="7438010" cy="588456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012" y="851154"/>
              <a:ext cx="3285878" cy="58845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93822" y="851153"/>
              <a:ext cx="4521200" cy="1835150"/>
            </a:xfrm>
            <a:custGeom>
              <a:avLst/>
              <a:gdLst/>
              <a:ahLst/>
              <a:cxnLst/>
              <a:rect l="l" t="t" r="r" b="b"/>
              <a:pathLst>
                <a:path w="4521200" h="1835150">
                  <a:moveTo>
                    <a:pt x="2146427" y="1274064"/>
                  </a:moveTo>
                  <a:lnTo>
                    <a:pt x="1128776" y="1274064"/>
                  </a:lnTo>
                  <a:lnTo>
                    <a:pt x="0" y="1835022"/>
                  </a:lnTo>
                  <a:lnTo>
                    <a:pt x="2146427" y="1274064"/>
                  </a:lnTo>
                  <a:close/>
                </a:path>
                <a:path w="4521200" h="1835150">
                  <a:moveTo>
                    <a:pt x="4308602" y="0"/>
                  </a:moveTo>
                  <a:lnTo>
                    <a:pt x="662686" y="0"/>
                  </a:lnTo>
                  <a:lnTo>
                    <a:pt x="614014" y="5610"/>
                  </a:lnTo>
                  <a:lnTo>
                    <a:pt x="569325" y="21592"/>
                  </a:lnTo>
                  <a:lnTo>
                    <a:pt x="529898" y="46666"/>
                  </a:lnTo>
                  <a:lnTo>
                    <a:pt x="497008" y="79556"/>
                  </a:lnTo>
                  <a:lnTo>
                    <a:pt x="471934" y="118983"/>
                  </a:lnTo>
                  <a:lnTo>
                    <a:pt x="455952" y="163672"/>
                  </a:lnTo>
                  <a:lnTo>
                    <a:pt x="450341" y="212343"/>
                  </a:lnTo>
                  <a:lnTo>
                    <a:pt x="450341" y="1061719"/>
                  </a:lnTo>
                  <a:lnTo>
                    <a:pt x="455952" y="1110391"/>
                  </a:lnTo>
                  <a:lnTo>
                    <a:pt x="471934" y="1155080"/>
                  </a:lnTo>
                  <a:lnTo>
                    <a:pt x="497008" y="1194507"/>
                  </a:lnTo>
                  <a:lnTo>
                    <a:pt x="529898" y="1227397"/>
                  </a:lnTo>
                  <a:lnTo>
                    <a:pt x="569325" y="1252471"/>
                  </a:lnTo>
                  <a:lnTo>
                    <a:pt x="614014" y="1268453"/>
                  </a:lnTo>
                  <a:lnTo>
                    <a:pt x="662686" y="1274064"/>
                  </a:lnTo>
                  <a:lnTo>
                    <a:pt x="4308602" y="1274064"/>
                  </a:lnTo>
                  <a:lnTo>
                    <a:pt x="4357273" y="1268453"/>
                  </a:lnTo>
                  <a:lnTo>
                    <a:pt x="4401962" y="1252471"/>
                  </a:lnTo>
                  <a:lnTo>
                    <a:pt x="4441389" y="1227397"/>
                  </a:lnTo>
                  <a:lnTo>
                    <a:pt x="4474279" y="1194507"/>
                  </a:lnTo>
                  <a:lnTo>
                    <a:pt x="4499353" y="1155080"/>
                  </a:lnTo>
                  <a:lnTo>
                    <a:pt x="4515335" y="1110391"/>
                  </a:lnTo>
                  <a:lnTo>
                    <a:pt x="4520946" y="1061719"/>
                  </a:lnTo>
                  <a:lnTo>
                    <a:pt x="4520946" y="212343"/>
                  </a:lnTo>
                  <a:lnTo>
                    <a:pt x="4515335" y="163672"/>
                  </a:lnTo>
                  <a:lnTo>
                    <a:pt x="4499353" y="118983"/>
                  </a:lnTo>
                  <a:lnTo>
                    <a:pt x="4474279" y="79556"/>
                  </a:lnTo>
                  <a:lnTo>
                    <a:pt x="4441389" y="46666"/>
                  </a:lnTo>
                  <a:lnTo>
                    <a:pt x="4401962" y="21592"/>
                  </a:lnTo>
                  <a:lnTo>
                    <a:pt x="4357273" y="5610"/>
                  </a:lnTo>
                  <a:lnTo>
                    <a:pt x="43086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3379218" y="851153"/>
              <a:ext cx="4521200" cy="1835150"/>
            </a:xfrm>
            <a:custGeom>
              <a:avLst/>
              <a:gdLst/>
              <a:ahLst/>
              <a:cxnLst/>
              <a:rect l="l" t="t" r="r" b="b"/>
              <a:pathLst>
                <a:path w="4521200" h="1835150">
                  <a:moveTo>
                    <a:pt x="450341" y="212343"/>
                  </a:moveTo>
                  <a:lnTo>
                    <a:pt x="455952" y="163672"/>
                  </a:lnTo>
                  <a:lnTo>
                    <a:pt x="471934" y="118983"/>
                  </a:lnTo>
                  <a:lnTo>
                    <a:pt x="497008" y="79556"/>
                  </a:lnTo>
                  <a:lnTo>
                    <a:pt x="529898" y="46666"/>
                  </a:lnTo>
                  <a:lnTo>
                    <a:pt x="569325" y="21592"/>
                  </a:lnTo>
                  <a:lnTo>
                    <a:pt x="614014" y="5610"/>
                  </a:lnTo>
                  <a:lnTo>
                    <a:pt x="662686" y="0"/>
                  </a:lnTo>
                  <a:lnTo>
                    <a:pt x="1128776" y="0"/>
                  </a:lnTo>
                  <a:lnTo>
                    <a:pt x="2146427" y="0"/>
                  </a:lnTo>
                  <a:lnTo>
                    <a:pt x="4308602" y="0"/>
                  </a:lnTo>
                  <a:lnTo>
                    <a:pt x="4357273" y="5610"/>
                  </a:lnTo>
                  <a:lnTo>
                    <a:pt x="4401962" y="21592"/>
                  </a:lnTo>
                  <a:lnTo>
                    <a:pt x="4441389" y="46666"/>
                  </a:lnTo>
                  <a:lnTo>
                    <a:pt x="4474279" y="79556"/>
                  </a:lnTo>
                  <a:lnTo>
                    <a:pt x="4499353" y="118983"/>
                  </a:lnTo>
                  <a:lnTo>
                    <a:pt x="4515335" y="163672"/>
                  </a:lnTo>
                  <a:lnTo>
                    <a:pt x="4520946" y="212343"/>
                  </a:lnTo>
                  <a:lnTo>
                    <a:pt x="4520946" y="743203"/>
                  </a:lnTo>
                  <a:lnTo>
                    <a:pt x="4520946" y="1061719"/>
                  </a:lnTo>
                  <a:lnTo>
                    <a:pt x="4515335" y="1110391"/>
                  </a:lnTo>
                  <a:lnTo>
                    <a:pt x="4499353" y="1155080"/>
                  </a:lnTo>
                  <a:lnTo>
                    <a:pt x="4474279" y="1194507"/>
                  </a:lnTo>
                  <a:lnTo>
                    <a:pt x="4441389" y="1227397"/>
                  </a:lnTo>
                  <a:lnTo>
                    <a:pt x="4401962" y="1252471"/>
                  </a:lnTo>
                  <a:lnTo>
                    <a:pt x="4357273" y="1268453"/>
                  </a:lnTo>
                  <a:lnTo>
                    <a:pt x="4308602" y="1274064"/>
                  </a:lnTo>
                  <a:lnTo>
                    <a:pt x="2146427" y="1274064"/>
                  </a:lnTo>
                  <a:lnTo>
                    <a:pt x="0" y="1835022"/>
                  </a:lnTo>
                  <a:lnTo>
                    <a:pt x="1128776" y="1274064"/>
                  </a:lnTo>
                  <a:lnTo>
                    <a:pt x="662686" y="1274064"/>
                  </a:lnTo>
                  <a:lnTo>
                    <a:pt x="614014" y="1268453"/>
                  </a:lnTo>
                  <a:lnTo>
                    <a:pt x="569325" y="1252471"/>
                  </a:lnTo>
                  <a:lnTo>
                    <a:pt x="529898" y="1227397"/>
                  </a:lnTo>
                  <a:lnTo>
                    <a:pt x="497008" y="1194507"/>
                  </a:lnTo>
                  <a:lnTo>
                    <a:pt x="471934" y="1155080"/>
                  </a:lnTo>
                  <a:lnTo>
                    <a:pt x="455952" y="1110391"/>
                  </a:lnTo>
                  <a:lnTo>
                    <a:pt x="450341" y="1061719"/>
                  </a:lnTo>
                  <a:lnTo>
                    <a:pt x="450341" y="743203"/>
                  </a:lnTo>
                  <a:lnTo>
                    <a:pt x="450341" y="212343"/>
                  </a:lnTo>
                  <a:close/>
                </a:path>
              </a:pathLst>
            </a:custGeom>
            <a:ln w="1270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9240" y="122283"/>
            <a:ext cx="68935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3200" b="1" u="sng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Latest</a:t>
            </a:r>
            <a:r>
              <a:rPr sz="3200" b="1" u="sng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u="sng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u="sng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Schemes</a:t>
            </a:r>
            <a:r>
              <a:rPr sz="3200" b="1" u="sng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u="sng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u="sng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3200" b="1" u="sng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u="sng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u="sng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733800" y="914400"/>
            <a:ext cx="4195826" cy="118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900" spc="-20" dirty="0">
                <a:latin typeface="Constantia" panose="02030602050306030303" pitchFamily="18" charset="0"/>
                <a:cs typeface="Tahoma"/>
              </a:rPr>
              <a:t>This</a:t>
            </a:r>
            <a:r>
              <a:rPr sz="1900" spc="-45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spc="85" dirty="0">
                <a:latin typeface="Constantia" panose="02030602050306030303" pitchFamily="18" charset="0"/>
                <a:cs typeface="Tahoma"/>
              </a:rPr>
              <a:t>Webpage</a:t>
            </a:r>
            <a:r>
              <a:rPr sz="1900" spc="-80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spc="65" dirty="0">
                <a:latin typeface="Constantia" panose="02030602050306030303" pitchFamily="18" charset="0"/>
                <a:cs typeface="Tahoma"/>
              </a:rPr>
              <a:t>Helps</a:t>
            </a:r>
            <a:r>
              <a:rPr sz="1900" spc="-75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dirty="0">
                <a:latin typeface="Constantia" panose="02030602050306030303" pitchFamily="18" charset="0"/>
                <a:cs typeface="Tahoma"/>
              </a:rPr>
              <a:t>you</a:t>
            </a:r>
            <a:r>
              <a:rPr sz="1900" spc="-40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dirty="0">
                <a:latin typeface="Constantia" panose="02030602050306030303" pitchFamily="18" charset="0"/>
                <a:cs typeface="Tahoma"/>
              </a:rPr>
              <a:t>find</a:t>
            </a:r>
            <a:r>
              <a:rPr sz="1900" spc="-40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spc="-25" dirty="0">
                <a:latin typeface="Constantia" panose="02030602050306030303" pitchFamily="18" charset="0"/>
                <a:cs typeface="Tahoma"/>
              </a:rPr>
              <a:t>the </a:t>
            </a:r>
            <a:r>
              <a:rPr sz="1900" dirty="0">
                <a:latin typeface="Constantia" panose="02030602050306030303" pitchFamily="18" charset="0"/>
                <a:cs typeface="Tahoma"/>
              </a:rPr>
              <a:t>latest</a:t>
            </a:r>
            <a:r>
              <a:rPr sz="1900" spc="-114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spc="50" dirty="0">
                <a:latin typeface="Constantia" panose="02030602050306030303" pitchFamily="18" charset="0"/>
                <a:cs typeface="Tahoma"/>
              </a:rPr>
              <a:t>Schemes</a:t>
            </a:r>
            <a:r>
              <a:rPr sz="1900" spc="-120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spc="55" dirty="0">
                <a:latin typeface="Constantia" panose="02030602050306030303" pitchFamily="18" charset="0"/>
                <a:cs typeface="Tahoma"/>
              </a:rPr>
              <a:t>and</a:t>
            </a:r>
            <a:r>
              <a:rPr sz="1900" spc="-100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spc="-10" dirty="0">
                <a:latin typeface="Constantia" panose="02030602050306030303" pitchFamily="18" charset="0"/>
                <a:cs typeface="Tahoma"/>
              </a:rPr>
              <a:t>Policies </a:t>
            </a:r>
            <a:r>
              <a:rPr sz="1900" spc="50" dirty="0">
                <a:latin typeface="Constantia" panose="02030602050306030303" pitchFamily="18" charset="0"/>
                <a:cs typeface="Tahoma"/>
              </a:rPr>
              <a:t>Provided</a:t>
            </a:r>
            <a:r>
              <a:rPr sz="1900" spc="-25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spc="55" dirty="0">
                <a:latin typeface="Constantia" panose="02030602050306030303" pitchFamily="18" charset="0"/>
                <a:cs typeface="Tahoma"/>
              </a:rPr>
              <a:t>by</a:t>
            </a:r>
            <a:r>
              <a:rPr sz="1900" spc="10" dirty="0">
                <a:latin typeface="Constantia" panose="02030602050306030303" pitchFamily="18" charset="0"/>
                <a:cs typeface="Tahoma"/>
              </a:rPr>
              <a:t> the</a:t>
            </a:r>
            <a:r>
              <a:rPr sz="1900" spc="-5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spc="10" dirty="0">
                <a:latin typeface="Constantia" panose="02030602050306030303" pitchFamily="18" charset="0"/>
                <a:cs typeface="Tahoma"/>
              </a:rPr>
              <a:t>government</a:t>
            </a:r>
            <a:r>
              <a:rPr sz="1900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spc="25" dirty="0">
                <a:latin typeface="Constantia" panose="02030602050306030303" pitchFamily="18" charset="0"/>
                <a:cs typeface="Tahoma"/>
              </a:rPr>
              <a:t>and </a:t>
            </a:r>
            <a:r>
              <a:rPr sz="1900" dirty="0">
                <a:latin typeface="Constantia" panose="02030602050306030303" pitchFamily="18" charset="0"/>
                <a:cs typeface="Tahoma"/>
              </a:rPr>
              <a:t>how</a:t>
            </a:r>
            <a:r>
              <a:rPr sz="1900" spc="-10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dirty="0">
                <a:latin typeface="Constantia" panose="02030602050306030303" pitchFamily="18" charset="0"/>
                <a:cs typeface="Tahoma"/>
              </a:rPr>
              <a:t>to</a:t>
            </a:r>
            <a:r>
              <a:rPr sz="1900" spc="-5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dirty="0">
                <a:latin typeface="Constantia" panose="02030602050306030303" pitchFamily="18" charset="0"/>
                <a:cs typeface="Tahoma"/>
              </a:rPr>
              <a:t>use</a:t>
            </a:r>
            <a:r>
              <a:rPr sz="1900" spc="-10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dirty="0">
                <a:latin typeface="Constantia" panose="02030602050306030303" pitchFamily="18" charset="0"/>
                <a:cs typeface="Tahoma"/>
              </a:rPr>
              <a:t>them</a:t>
            </a:r>
            <a:r>
              <a:rPr sz="1900" spc="-5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spc="55" dirty="0">
                <a:latin typeface="Constantia" panose="02030602050306030303" pitchFamily="18" charset="0"/>
                <a:cs typeface="Tahoma"/>
              </a:rPr>
              <a:t>and</a:t>
            </a:r>
            <a:r>
              <a:rPr sz="1900" spc="5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dirty="0">
                <a:latin typeface="Constantia" panose="02030602050306030303" pitchFamily="18" charset="0"/>
                <a:cs typeface="Tahoma"/>
              </a:rPr>
              <a:t>how</a:t>
            </a:r>
            <a:r>
              <a:rPr sz="1900" spc="-5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spc="-25" dirty="0">
                <a:latin typeface="Constantia" panose="02030602050306030303" pitchFamily="18" charset="0"/>
                <a:cs typeface="Tahoma"/>
              </a:rPr>
              <a:t>to </a:t>
            </a:r>
            <a:r>
              <a:rPr sz="1900" dirty="0">
                <a:latin typeface="Constantia" panose="02030602050306030303" pitchFamily="18" charset="0"/>
                <a:cs typeface="Tahoma"/>
              </a:rPr>
              <a:t>register</a:t>
            </a:r>
            <a:r>
              <a:rPr sz="1900" spc="10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dirty="0">
                <a:latin typeface="Constantia" panose="02030602050306030303" pitchFamily="18" charset="0"/>
                <a:cs typeface="Tahoma"/>
              </a:rPr>
              <a:t>for</a:t>
            </a:r>
            <a:r>
              <a:rPr sz="1900" spc="30" dirty="0">
                <a:latin typeface="Constantia" panose="02030602050306030303" pitchFamily="18" charset="0"/>
                <a:cs typeface="Tahoma"/>
              </a:rPr>
              <a:t> </a:t>
            </a:r>
            <a:r>
              <a:rPr sz="1900" spc="-20" dirty="0">
                <a:latin typeface="Constantia" panose="02030602050306030303" pitchFamily="18" charset="0"/>
                <a:cs typeface="Tahoma"/>
              </a:rPr>
              <a:t>them</a:t>
            </a:r>
            <a:endParaRPr sz="1900" dirty="0">
              <a:latin typeface="Constantia" panose="02030602050306030303" pitchFamily="18" charset="0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8200" y="2524714"/>
            <a:ext cx="7086600" cy="42110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A70B-CABC-438D-C585-278F28C10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-152400"/>
            <a:ext cx="10364451" cy="914399"/>
          </a:xfrm>
        </p:spPr>
        <p:txBody>
          <a:bodyPr>
            <a:norm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B3980-44B9-C73F-3599-D29CE517F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1999"/>
            <a:ext cx="12191999" cy="6096000"/>
          </a:xfrm>
        </p:spPr>
        <p:txBody>
          <a:bodyPr>
            <a:noAutofit/>
          </a:bodyPr>
          <a:lstStyle/>
          <a:p>
            <a:endParaRPr lang="en-IN" sz="1450" dirty="0"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B</a:t>
            </a:r>
            <a:r>
              <a:rPr lang="en-IN" sz="1450" dirty="0">
                <a:solidFill>
                  <a:schemeClr val="tx1">
                    <a:lumMod val="95000"/>
                    <a:lumOff val="5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ootstra</a:t>
            </a:r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p —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https://getbootstrap.com/docs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getbootstrap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jQuery —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https://api.jquery.com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getbootstrap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Node.js v14.3.0 —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https://nodejs.org/download/release/v14.3.0/docs/api/nodejs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PostgreSQL 12 —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https://www.postgresql.org/files/documentation/pdf/12/postgresql-12-A4.pdfpostgresql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Dialogflow (ES/CX) —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https://cloud.google.com/dialogflow/docs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getbootstrap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ResNet-50 (CVPR 2016) —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https://arxiv.org/abs/1512.03385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getbootstrap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Keras —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https://keras.io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getbootstrap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DigiLocker (Partners) —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https://www.digilocker.gov.in/web/partners/issuersdigilocker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Aadhaar Auth API v2.5 —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https://uidai.gov.in/images/resource/Aadhaar_Authentication_API-2.5_Revision-1_of_January_2022.pdfuidai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Geolocation API —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https://developers.google.com/maps/documentation/geolocation/overviewdevelopers.google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Translation API —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https://cloud.google.com/translate/docscloud.google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AWS Docs —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https://docs.aws.amazon.com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getbootstrap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DigitalOcean Docs —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https://docs.digitalocean.comdigitalocean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latin typeface="Constantia" panose="02030602050306030303" pitchFamily="18" charset="0"/>
                <a:cs typeface="Arial" panose="020B0604020202020204" pitchFamily="34" charset="0"/>
              </a:rPr>
              <a:t>Schemes (National Portal) —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https://www.india.gov.in/my-government/schemes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digilocker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r>
              <a:rPr lang="en-IN" sz="1450" dirty="0">
                <a:solidFill>
                  <a:schemeClr val="tx1">
                    <a:lumMod val="95000"/>
                    <a:lumOff val="5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PMJDY — </a:t>
            </a:r>
            <a:r>
              <a:rPr lang="en-IN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https://pmjdy.gov.in</a:t>
            </a:r>
            <a:endParaRPr lang="en-IN" sz="1450" dirty="0">
              <a:solidFill>
                <a:schemeClr val="tx2">
                  <a:lumMod val="60000"/>
                  <a:lumOff val="40000"/>
                </a:schemeClr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endParaRPr lang="en-IN" sz="1450" dirty="0">
              <a:latin typeface="Constantia" panose="0203060205030603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19915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389</TotalTime>
  <Words>570</Words>
  <Application>Microsoft Office PowerPoint</Application>
  <PresentationFormat>Widescreen</PresentationFormat>
  <Paragraphs>83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Constantia</vt:lpstr>
      <vt:lpstr>Cooper Black</vt:lpstr>
      <vt:lpstr>Engravers MT</vt:lpstr>
      <vt:lpstr>Tahoma</vt:lpstr>
      <vt:lpstr>Times New Roman</vt:lpstr>
      <vt:lpstr>Tw Cen MT</vt:lpstr>
      <vt:lpstr>Droplet</vt:lpstr>
      <vt:lpstr>     GenAI  Buildathon </vt:lpstr>
      <vt:lpstr>NAARI – The Web Application</vt:lpstr>
      <vt:lpstr>Technology  Stack  Used</vt:lpstr>
      <vt:lpstr>Services  provided  by  NAARI</vt:lpstr>
      <vt:lpstr>Working of NAARI</vt:lpstr>
      <vt:lpstr>After Login Signup Women Dashboard will appear</vt:lpstr>
      <vt:lpstr>Gullak</vt:lpstr>
      <vt:lpstr>Hand Cash to Digi Cash</vt:lpstr>
      <vt:lpstr>Job Portal</vt:lpstr>
      <vt:lpstr>Vocal for local</vt:lpstr>
      <vt:lpstr>Opening  a Bank Account</vt:lpstr>
      <vt:lpstr>Latest  Schemes  and  Policies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This PC</dc:creator>
  <cp:lastModifiedBy>Mohammad Shehzad</cp:lastModifiedBy>
  <cp:revision>87</cp:revision>
  <dcterms:created xsi:type="dcterms:W3CDTF">2025-09-13T16:03:34Z</dcterms:created>
  <dcterms:modified xsi:type="dcterms:W3CDTF">2025-11-15T12:55:10Z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2020-08-03T00:00:00Z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2025-09-13T00:00:00Z</vt:filetime>
  </property>
  <property fmtid="{D5CDD505-2E9C-101B-9397-08002B2CF9AE}" pid="5" name="Producer">
    <vt:lpwstr>Microsoft® PowerPoint® 2016</vt:lpwstr>
  </property>
</Properties>
</file>